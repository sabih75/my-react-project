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11" Type="http://schemas.openxmlformats.org/officeDocument/2006/relationships/slide" Target="slides/slide6.xml"/><Relationship Id="rId33" Type="http://schemas.openxmlformats.org/officeDocument/2006/relationships/slide" Target="slides/slide28.xml"/><Relationship Id="rId10" Type="http://schemas.openxmlformats.org/officeDocument/2006/relationships/slide" Target="slides/slide5.xml"/><Relationship Id="rId32" Type="http://schemas.openxmlformats.org/officeDocument/2006/relationships/slide" Target="slides/slide27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34" Type="http://schemas.openxmlformats.org/officeDocument/2006/relationships/slide" Target="slides/slide29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52" name="Google Shape;5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9" name="Google Shape;59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7" name="Google Shape;67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g3c9c2780c3c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" name="Google Shape;75;g3c9c2780c3c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2" name="Google Shape;82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2" name="Google Shape;92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0" name="Google Shape;100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7" name="Google Shape;107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8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4" name="Google Shape;134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p10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0" name="Google Shape;150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1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8" name="Google Shape;158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1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6" name="Google Shape;166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1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4" name="Google Shape;174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" name="Google Shape;183;p15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1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0" name="Google Shape;190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1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8" name="Google Shape;198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1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6" name="Google Shape;206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1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5" name="Google Shape;215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2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4" name="Google Shape;224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2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0" name="Google Shape;230;p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1" name="Google Shape;241;p22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2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4" name="Google Shape;254;p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2" name="Google Shape;262;p24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8" name="Google Shape;268;p25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6" name="Google Shape;276;p26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3" name="Google Shape;283;p27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9" name="Google Shape;289;p28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" name="Google Shape;15;p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6" name="Google Shape;16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4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9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6.jpg"/><Relationship Id="rId4" Type="http://schemas.openxmlformats.org/officeDocument/2006/relationships/image" Target="../media/image20.jpg"/><Relationship Id="rId5" Type="http://schemas.openxmlformats.org/officeDocument/2006/relationships/image" Target="../media/image18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1.jpg"/><Relationship Id="rId4" Type="http://schemas.openxmlformats.org/officeDocument/2006/relationships/image" Target="../media/image8.jpg"/><Relationship Id="rId5" Type="http://schemas.openxmlformats.org/officeDocument/2006/relationships/image" Target="../media/image4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png"/><Relationship Id="rId4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2.png"/><Relationship Id="rId4" Type="http://schemas.openxmlformats.org/officeDocument/2006/relationships/image" Target="../media/image13.jpg"/><Relationship Id="rId5" Type="http://schemas.openxmlformats.org/officeDocument/2006/relationships/image" Target="../media/image3.jpg"/><Relationship Id="rId6" Type="http://schemas.openxmlformats.org/officeDocument/2006/relationships/image" Target="../media/image15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7.png"/><Relationship Id="rId4" Type="http://schemas.openxmlformats.org/officeDocument/2006/relationships/image" Target="../media/image30.png"/><Relationship Id="rId5" Type="http://schemas.openxmlformats.org/officeDocument/2006/relationships/image" Target="../media/image2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4.png"/><Relationship Id="rId4" Type="http://schemas.openxmlformats.org/officeDocument/2006/relationships/image" Target="../media/image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0.jpg"/><Relationship Id="rId4" Type="http://schemas.openxmlformats.org/officeDocument/2006/relationships/image" Target="../media/image16.png"/><Relationship Id="rId5" Type="http://schemas.openxmlformats.org/officeDocument/2006/relationships/image" Target="../media/image17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4.png"/><Relationship Id="rId4" Type="http://schemas.openxmlformats.org/officeDocument/2006/relationships/image" Target="../media/image39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9.jpg"/><Relationship Id="rId4" Type="http://schemas.openxmlformats.org/officeDocument/2006/relationships/image" Target="../media/image23.png"/><Relationship Id="rId5" Type="http://schemas.openxmlformats.org/officeDocument/2006/relationships/image" Target="../media/image21.jp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6.png"/><Relationship Id="rId4" Type="http://schemas.openxmlformats.org/officeDocument/2006/relationships/image" Target="../media/image34.png"/><Relationship Id="rId5" Type="http://schemas.openxmlformats.org/officeDocument/2006/relationships/image" Target="../media/image29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5.jpg"/><Relationship Id="rId4" Type="http://schemas.openxmlformats.org/officeDocument/2006/relationships/image" Target="../media/image40.jpg"/><Relationship Id="rId5" Type="http://schemas.openxmlformats.org/officeDocument/2006/relationships/image" Target="../media/image27.jp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8.jpg"/><Relationship Id="rId4" Type="http://schemas.openxmlformats.org/officeDocument/2006/relationships/image" Target="../media/image32.jpg"/><Relationship Id="rId5" Type="http://schemas.openxmlformats.org/officeDocument/2006/relationships/image" Target="../media/image21.jp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35.jpg"/><Relationship Id="rId4" Type="http://schemas.openxmlformats.org/officeDocument/2006/relationships/image" Target="../media/image58.jpg"/><Relationship Id="rId5" Type="http://schemas.openxmlformats.org/officeDocument/2006/relationships/image" Target="../media/image39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43.jpg"/><Relationship Id="rId4" Type="http://schemas.openxmlformats.org/officeDocument/2006/relationships/image" Target="../media/image37.jpg"/><Relationship Id="rId5" Type="http://schemas.openxmlformats.org/officeDocument/2006/relationships/image" Target="../media/image33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38.png"/><Relationship Id="rId4" Type="http://schemas.openxmlformats.org/officeDocument/2006/relationships/image" Target="../media/image63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48.jpg"/><Relationship Id="rId4" Type="http://schemas.openxmlformats.org/officeDocument/2006/relationships/image" Target="../media/image49.png"/><Relationship Id="rId5" Type="http://schemas.openxmlformats.org/officeDocument/2006/relationships/image" Target="../media/image41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55.jpg"/><Relationship Id="rId4" Type="http://schemas.openxmlformats.org/officeDocument/2006/relationships/image" Target="../media/image44.png"/><Relationship Id="rId5" Type="http://schemas.openxmlformats.org/officeDocument/2006/relationships/image" Target="../media/image51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47.jpg"/><Relationship Id="rId4" Type="http://schemas.openxmlformats.org/officeDocument/2006/relationships/image" Target="../media/image42.jpg"/><Relationship Id="rId5" Type="http://schemas.openxmlformats.org/officeDocument/2006/relationships/image" Target="../media/image54.jp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45.jpg"/><Relationship Id="rId4" Type="http://schemas.openxmlformats.org/officeDocument/2006/relationships/image" Target="../media/image50.jpg"/><Relationship Id="rId5" Type="http://schemas.openxmlformats.org/officeDocument/2006/relationships/image" Target="../media/image46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60.jp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62.png"/><Relationship Id="rId4" Type="http://schemas.openxmlformats.org/officeDocument/2006/relationships/image" Target="../media/image53.png"/><Relationship Id="rId5" Type="http://schemas.openxmlformats.org/officeDocument/2006/relationships/image" Target="../media/image56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72.png"/><Relationship Id="rId4" Type="http://schemas.openxmlformats.org/officeDocument/2006/relationships/image" Target="../media/image68.png"/><Relationship Id="rId5" Type="http://schemas.openxmlformats.org/officeDocument/2006/relationships/image" Target="../media/image57.png"/><Relationship Id="rId6" Type="http://schemas.openxmlformats.org/officeDocument/2006/relationships/image" Target="../media/image73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59.jpg"/><Relationship Id="rId4" Type="http://schemas.openxmlformats.org/officeDocument/2006/relationships/image" Target="../media/image65.jpg"/><Relationship Id="rId5" Type="http://schemas.openxmlformats.org/officeDocument/2006/relationships/image" Target="../media/image67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34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64.png"/><Relationship Id="rId4" Type="http://schemas.openxmlformats.org/officeDocument/2006/relationships/image" Target="../media/image61.png"/><Relationship Id="rId5" Type="http://schemas.openxmlformats.org/officeDocument/2006/relationships/image" Target="../media/image69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66.png"/><Relationship Id="rId4" Type="http://schemas.openxmlformats.org/officeDocument/2006/relationships/image" Target="../media/image70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74.png"/><Relationship Id="rId4" Type="http://schemas.openxmlformats.org/officeDocument/2006/relationships/image" Target="../media/image71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75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1207789" y="938252"/>
            <a:ext cx="6858000" cy="6918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 fontScale="90000"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1C5FF"/>
              </a:buClr>
              <a:buSzPct val="86538"/>
              <a:buFont typeface="Arial Rounded"/>
              <a:buNone/>
            </a:pPr>
            <a:r>
              <a:rPr b="1" lang="en-US" u="sng">
                <a:solidFill>
                  <a:srgbClr val="21C5FF"/>
                </a:solidFill>
                <a:latin typeface="Arial Rounded"/>
                <a:ea typeface="Arial Rounded"/>
                <a:cs typeface="Arial Rounded"/>
                <a:sym typeface="Arial Rounded"/>
              </a:rPr>
              <a:t>PROJECT PROGRESS MONITORING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1143000" y="3646025"/>
            <a:ext cx="5727000" cy="9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 fontScale="92500" lnSpcReduction="20000"/>
          </a:bodyPr>
          <a:lstStyle/>
          <a:p>
            <a:pPr indent="0" lvl="0" marL="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8108"/>
              <a:buNone/>
            </a:pPr>
            <a:r>
              <a:rPr lang="en-US" sz="2100"/>
              <a:t>2022-Arid-4158            Raja Muhammad Taha</a:t>
            </a:r>
            <a:endParaRPr/>
          </a:p>
          <a:p>
            <a:pPr indent="0" lvl="0" marL="0" rtl="0" algn="just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ct val="108108"/>
              <a:buNone/>
            </a:pPr>
            <a:r>
              <a:rPr lang="en-US" sz="2100"/>
              <a:t>2022-Arid-4198            Simran Hafeez</a:t>
            </a:r>
            <a:endParaRPr/>
          </a:p>
          <a:p>
            <a:pPr indent="0" lvl="0" marL="0" rtl="0" algn="just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ct val="108108"/>
              <a:buNone/>
            </a:pPr>
            <a:r>
              <a:rPr lang="en-US" sz="2100"/>
              <a:t>2022-Arid-4118            M. Sabih Ul Hassan</a:t>
            </a:r>
            <a:endParaRPr/>
          </a:p>
        </p:txBody>
      </p:sp>
      <p:pic>
        <p:nvPicPr>
          <p:cNvPr id="56" name="Google Shape;56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774075" y="1855175"/>
            <a:ext cx="1595850" cy="1433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" name="Google Shape;61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28850" y="434812"/>
            <a:ext cx="2296700" cy="4134074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62" name="Google Shape;62;p14"/>
          <p:cNvPicPr preferRelativeResize="0"/>
          <p:nvPr/>
        </p:nvPicPr>
        <p:blipFill rotWithShape="1">
          <a:blip r:embed="rId4">
            <a:alphaModFix/>
          </a:blip>
          <a:srcRect b="8508" l="0" r="0" t="0"/>
          <a:stretch/>
        </p:blipFill>
        <p:spPr>
          <a:xfrm>
            <a:off x="6214175" y="434800"/>
            <a:ext cx="2662624" cy="4134076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63" name="Google Shape;63;p14"/>
          <p:cNvSpPr txBox="1"/>
          <p:nvPr/>
        </p:nvSpPr>
        <p:spPr>
          <a:xfrm>
            <a:off x="528850" y="0"/>
            <a:ext cx="8369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2"/>
                </a:solidFill>
                <a:latin typeface="Impact"/>
                <a:ea typeface="Impact"/>
                <a:cs typeface="Impact"/>
                <a:sym typeface="Impact"/>
              </a:rPr>
              <a:t>IMPLEMENTED + INTEGRATED</a:t>
            </a:r>
            <a:endParaRPr sz="1800">
              <a:solidFill>
                <a:schemeClr val="dk2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pic>
        <p:nvPicPr>
          <p:cNvPr id="64" name="Google Shape;64;p1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013600" y="434800"/>
            <a:ext cx="2793749" cy="4134074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" name="Google Shape;69;p15"/>
          <p:cNvPicPr preferRelativeResize="0"/>
          <p:nvPr/>
        </p:nvPicPr>
        <p:blipFill rotWithShape="1">
          <a:blip r:embed="rId3">
            <a:alphaModFix/>
          </a:blip>
          <a:srcRect b="8725" l="0" r="0" t="0"/>
          <a:stretch/>
        </p:blipFill>
        <p:spPr>
          <a:xfrm>
            <a:off x="445675" y="434788"/>
            <a:ext cx="2419722" cy="4134075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70" name="Google Shape;70;p15"/>
          <p:cNvPicPr preferRelativeResize="0"/>
          <p:nvPr/>
        </p:nvPicPr>
        <p:blipFill rotWithShape="1">
          <a:blip r:embed="rId4">
            <a:alphaModFix/>
          </a:blip>
          <a:srcRect b="6890" l="0" r="0" t="0"/>
          <a:stretch/>
        </p:blipFill>
        <p:spPr>
          <a:xfrm>
            <a:off x="3327025" y="434800"/>
            <a:ext cx="2489950" cy="4134074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71" name="Google Shape;71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130636" y="434800"/>
            <a:ext cx="2314286" cy="4134074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pic>
      <p:sp>
        <p:nvSpPr>
          <p:cNvPr id="72" name="Google Shape;72;p15"/>
          <p:cNvSpPr txBox="1"/>
          <p:nvPr/>
        </p:nvSpPr>
        <p:spPr>
          <a:xfrm>
            <a:off x="528850" y="0"/>
            <a:ext cx="8369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2"/>
                </a:solidFill>
                <a:latin typeface="Impact"/>
                <a:ea typeface="Impact"/>
                <a:cs typeface="Impact"/>
                <a:sym typeface="Impact"/>
              </a:rPr>
              <a:t>IMPLEMENTED + INTEGRATED</a:t>
            </a:r>
            <a:endParaRPr sz="1800">
              <a:solidFill>
                <a:schemeClr val="dk2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7" name="Google Shape;77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2800" y="461712"/>
            <a:ext cx="3694251" cy="4648926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78" name="Google Shape;78;p16"/>
          <p:cNvSpPr txBox="1"/>
          <p:nvPr/>
        </p:nvSpPr>
        <p:spPr>
          <a:xfrm>
            <a:off x="0" y="0"/>
            <a:ext cx="8369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2"/>
                </a:solidFill>
                <a:latin typeface="Impact"/>
                <a:ea typeface="Impact"/>
                <a:cs typeface="Impact"/>
                <a:sym typeface="Impact"/>
              </a:rPr>
              <a:t>IMPLEMENTED + INTEGRATED</a:t>
            </a:r>
            <a:endParaRPr sz="1800">
              <a:solidFill>
                <a:schemeClr val="dk2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pic>
        <p:nvPicPr>
          <p:cNvPr id="79" name="Google Shape;79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126350" y="461700"/>
            <a:ext cx="3468050" cy="4648950"/>
          </a:xfrm>
          <a:prstGeom prst="rect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06582" y="561109"/>
            <a:ext cx="2327481" cy="4007767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85" name="Google Shape;85;p17"/>
          <p:cNvPicPr preferRelativeResize="0"/>
          <p:nvPr/>
        </p:nvPicPr>
        <p:blipFill rotWithShape="1">
          <a:blip r:embed="rId4">
            <a:alphaModFix/>
          </a:blip>
          <a:srcRect b="40401" l="0" r="0" t="0"/>
          <a:stretch/>
        </p:blipFill>
        <p:spPr>
          <a:xfrm>
            <a:off x="3522594" y="2266076"/>
            <a:ext cx="2423050" cy="2302801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86" name="Google Shape;86;p17"/>
          <p:cNvSpPr txBox="1"/>
          <p:nvPr/>
        </p:nvSpPr>
        <p:spPr>
          <a:xfrm>
            <a:off x="706581" y="238990"/>
            <a:ext cx="2327481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Student Dashboard</a:t>
            </a:r>
            <a:endParaRPr b="1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87" name="Google Shape;87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518968" y="474451"/>
            <a:ext cx="2373300" cy="4094426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88" name="Google Shape;88;p1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522588" y="474450"/>
            <a:ext cx="2423050" cy="1838150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89" name="Google Shape;89;p17"/>
          <p:cNvSpPr txBox="1"/>
          <p:nvPr/>
        </p:nvSpPr>
        <p:spPr>
          <a:xfrm>
            <a:off x="528850" y="0"/>
            <a:ext cx="8369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2"/>
                </a:solidFill>
                <a:latin typeface="Impact"/>
                <a:ea typeface="Impact"/>
                <a:cs typeface="Impact"/>
                <a:sym typeface="Impact"/>
              </a:rPr>
              <a:t>IMPLEMENTED + INTEGRATED</a:t>
            </a:r>
            <a:endParaRPr sz="1800">
              <a:solidFill>
                <a:schemeClr val="dk2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4" name="Google Shape;94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43925" y="428513"/>
            <a:ext cx="2322151" cy="4286475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95" name="Google Shape;95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315150" y="407550"/>
            <a:ext cx="2517650" cy="4328399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96" name="Google Shape;96;p1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281875" y="428512"/>
            <a:ext cx="2322575" cy="4286475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97" name="Google Shape;97;p18"/>
          <p:cNvSpPr txBox="1"/>
          <p:nvPr/>
        </p:nvSpPr>
        <p:spPr>
          <a:xfrm>
            <a:off x="528850" y="-12212"/>
            <a:ext cx="8369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2"/>
                </a:solidFill>
                <a:latin typeface="Impact"/>
                <a:ea typeface="Impact"/>
                <a:cs typeface="Impact"/>
                <a:sym typeface="Impact"/>
              </a:rPr>
              <a:t>IMPLEMENTED + INTEGRATED</a:t>
            </a:r>
            <a:endParaRPr sz="1800">
              <a:solidFill>
                <a:schemeClr val="dk2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" name="Google Shape;102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961350" y="348175"/>
            <a:ext cx="2114700" cy="444715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103" name="Google Shape;103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41625" y="348175"/>
            <a:ext cx="3209850" cy="4447149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04" name="Google Shape;104;p19"/>
          <p:cNvSpPr txBox="1"/>
          <p:nvPr/>
        </p:nvSpPr>
        <p:spPr>
          <a:xfrm>
            <a:off x="528850" y="0"/>
            <a:ext cx="8369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2"/>
                </a:solidFill>
                <a:latin typeface="Impact"/>
                <a:ea typeface="Impact"/>
                <a:cs typeface="Impact"/>
                <a:sym typeface="Impact"/>
              </a:rPr>
              <a:t>IMPLEMENTED + INTEGRATED</a:t>
            </a:r>
            <a:endParaRPr sz="1800">
              <a:solidFill>
                <a:schemeClr val="dk2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9" name="Google Shape;109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422488" y="578356"/>
            <a:ext cx="2299025" cy="4127993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descr="blob:https://web.whatsapp.com/d304042e-6dd6-4e70-a279-ed174ca5a9ad" id="110" name="Google Shape;110;p20"/>
          <p:cNvSpPr/>
          <p:nvPr/>
        </p:nvSpPr>
        <p:spPr>
          <a:xfrm>
            <a:off x="155575" y="-144463"/>
            <a:ext cx="304800" cy="3048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descr="blob:https://web.whatsapp.com/d304042e-6dd6-4e70-a279-ed174ca5a9ad" id="111" name="Google Shape;111;p20"/>
          <p:cNvSpPr/>
          <p:nvPr/>
        </p:nvSpPr>
        <p:spPr>
          <a:xfrm>
            <a:off x="307975" y="7937"/>
            <a:ext cx="304800" cy="3048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descr="blob:https://web.whatsapp.com/d304042e-6dd6-4e70-a279-ed174ca5a9ad" id="112" name="Google Shape;112;p20"/>
          <p:cNvSpPr/>
          <p:nvPr/>
        </p:nvSpPr>
        <p:spPr>
          <a:xfrm>
            <a:off x="460375" y="160337"/>
            <a:ext cx="304800" cy="3048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descr="blob:https://web.whatsapp.com/d304042e-6dd6-4e70-a279-ed174ca5a9ad" id="113" name="Google Shape;113;p20"/>
          <p:cNvSpPr/>
          <p:nvPr/>
        </p:nvSpPr>
        <p:spPr>
          <a:xfrm>
            <a:off x="612775" y="312737"/>
            <a:ext cx="304800" cy="3048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descr="blob:https://web.whatsapp.com/d304042e-6dd6-4e70-a279-ed174ca5a9ad" id="114" name="Google Shape;114;p20"/>
          <p:cNvSpPr/>
          <p:nvPr/>
        </p:nvSpPr>
        <p:spPr>
          <a:xfrm>
            <a:off x="765175" y="465137"/>
            <a:ext cx="304800" cy="3048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descr="blob:https://web.whatsapp.com/d304042e-6dd6-4e70-a279-ed174ca5a9ad" id="115" name="Google Shape;115;p20"/>
          <p:cNvSpPr/>
          <p:nvPr/>
        </p:nvSpPr>
        <p:spPr>
          <a:xfrm>
            <a:off x="917575" y="617537"/>
            <a:ext cx="304800" cy="3048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descr="blob:https://web.whatsapp.com/d304042e-6dd6-4e70-a279-ed174ca5a9ad" id="116" name="Google Shape;116;p20"/>
          <p:cNvSpPr/>
          <p:nvPr/>
        </p:nvSpPr>
        <p:spPr>
          <a:xfrm>
            <a:off x="1069975" y="769937"/>
            <a:ext cx="304800" cy="3048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descr="blob:https://web.whatsapp.com/d304042e-6dd6-4e70-a279-ed174ca5a9ad" id="117" name="Google Shape;117;p20"/>
          <p:cNvSpPr/>
          <p:nvPr/>
        </p:nvSpPr>
        <p:spPr>
          <a:xfrm>
            <a:off x="1222375" y="922337"/>
            <a:ext cx="304800" cy="3048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descr="blob:https://web.whatsapp.com/d304042e-6dd6-4e70-a279-ed174ca5a9ad" id="118" name="Google Shape;118;p20"/>
          <p:cNvSpPr/>
          <p:nvPr/>
        </p:nvSpPr>
        <p:spPr>
          <a:xfrm>
            <a:off x="1374775" y="1074737"/>
            <a:ext cx="304800" cy="3048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descr="blob:https://web.whatsapp.com/d304042e-6dd6-4e70-a279-ed174ca5a9ad" id="119" name="Google Shape;119;p20"/>
          <p:cNvSpPr/>
          <p:nvPr/>
        </p:nvSpPr>
        <p:spPr>
          <a:xfrm>
            <a:off x="1527175" y="1227137"/>
            <a:ext cx="304800" cy="3048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descr="blob:https://web.whatsapp.com/d304042e-6dd6-4e70-a279-ed174ca5a9ad" id="120" name="Google Shape;120;p20"/>
          <p:cNvSpPr/>
          <p:nvPr/>
        </p:nvSpPr>
        <p:spPr>
          <a:xfrm>
            <a:off x="1679575" y="1379537"/>
            <a:ext cx="304800" cy="3048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21" name="Google Shape;121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31368" y="578356"/>
            <a:ext cx="2466456" cy="4127994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pic>
      <p:sp>
        <p:nvSpPr>
          <p:cNvPr id="122" name="Google Shape;122;p20"/>
          <p:cNvSpPr txBox="1"/>
          <p:nvPr/>
        </p:nvSpPr>
        <p:spPr>
          <a:xfrm>
            <a:off x="431369" y="202911"/>
            <a:ext cx="2194104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Supervisor Dashboard</a:t>
            </a:r>
            <a:endParaRPr b="1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23" name="Google Shape;123;p2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43369" y="578356"/>
            <a:ext cx="2201987" cy="4127993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pic>
      <p:sp>
        <p:nvSpPr>
          <p:cNvPr id="124" name="Google Shape;124;p20"/>
          <p:cNvSpPr txBox="1"/>
          <p:nvPr/>
        </p:nvSpPr>
        <p:spPr>
          <a:xfrm>
            <a:off x="387463" y="-70512"/>
            <a:ext cx="8369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2"/>
                </a:solidFill>
                <a:latin typeface="Impact"/>
                <a:ea typeface="Impact"/>
                <a:cs typeface="Impact"/>
                <a:sym typeface="Impact"/>
              </a:rPr>
              <a:t>IMPLEMENTED + INTEGRATED</a:t>
            </a:r>
            <a:endParaRPr sz="1800">
              <a:solidFill>
                <a:schemeClr val="dk2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9" name="Google Shape;129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651484" y="280627"/>
            <a:ext cx="2636669" cy="4581525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pic>
      <p:pic>
        <p:nvPicPr>
          <p:cNvPr id="130" name="Google Shape;130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48550" y="364000"/>
            <a:ext cx="2606375" cy="4414776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pic>
      <p:sp>
        <p:nvSpPr>
          <p:cNvPr id="131" name="Google Shape;131;p21"/>
          <p:cNvSpPr txBox="1"/>
          <p:nvPr/>
        </p:nvSpPr>
        <p:spPr>
          <a:xfrm>
            <a:off x="2690300" y="-97700"/>
            <a:ext cx="8369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2"/>
                </a:solidFill>
                <a:latin typeface="Impact"/>
                <a:ea typeface="Impact"/>
                <a:cs typeface="Impact"/>
                <a:sym typeface="Impact"/>
              </a:rPr>
              <a:t>IMPLEMENTED + INTEGRATED</a:t>
            </a:r>
            <a:endParaRPr sz="1800">
              <a:solidFill>
                <a:schemeClr val="dk2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6" name="Google Shape;136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1500" y="507750"/>
            <a:ext cx="2234045" cy="41986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137" name="Google Shape;137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20266" y="542475"/>
            <a:ext cx="2073600" cy="4198601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pic>
      <p:pic>
        <p:nvPicPr>
          <p:cNvPr id="138" name="Google Shape;138;p2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634448" y="542475"/>
            <a:ext cx="2203425" cy="4179801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39" name="Google Shape;139;p22"/>
          <p:cNvSpPr txBox="1"/>
          <p:nvPr/>
        </p:nvSpPr>
        <p:spPr>
          <a:xfrm>
            <a:off x="528850" y="0"/>
            <a:ext cx="8369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2"/>
                </a:solidFill>
                <a:latin typeface="Impact"/>
                <a:ea typeface="Impact"/>
                <a:cs typeface="Impact"/>
                <a:sym typeface="Impact"/>
              </a:rPr>
              <a:t>IMPLEMENTED + INTEGRATED</a:t>
            </a:r>
            <a:endParaRPr sz="1800">
              <a:solidFill>
                <a:schemeClr val="dk2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4" name="Google Shape;144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97352" y="424450"/>
            <a:ext cx="2474286" cy="4294597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pic>
      <p:pic>
        <p:nvPicPr>
          <p:cNvPr id="145" name="Google Shape;145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50739" y="374073"/>
            <a:ext cx="2462264" cy="4395357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pic>
      <p:pic>
        <p:nvPicPr>
          <p:cNvPr id="146" name="Google Shape;146;p2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924050" y="358950"/>
            <a:ext cx="3274300" cy="4395350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47" name="Google Shape;147;p23"/>
          <p:cNvSpPr txBox="1"/>
          <p:nvPr/>
        </p:nvSpPr>
        <p:spPr>
          <a:xfrm>
            <a:off x="528850" y="0"/>
            <a:ext cx="8369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2"/>
                </a:solidFill>
                <a:latin typeface="Impact"/>
                <a:ea typeface="Impact"/>
                <a:cs typeface="Impact"/>
                <a:sym typeface="Impact"/>
              </a:rPr>
              <a:t>IMPLEMENTED + INTEGRATED</a:t>
            </a:r>
            <a:endParaRPr sz="1800">
              <a:solidFill>
                <a:schemeClr val="dk2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2" name="Google Shape;152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523213" y="578350"/>
            <a:ext cx="2097583" cy="41280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153" name="Google Shape;153;p2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34775" y="578350"/>
            <a:ext cx="1937561" cy="4128001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154" name="Google Shape;154;p2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50673" y="535799"/>
            <a:ext cx="2190675" cy="4213101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55" name="Google Shape;155;p24"/>
          <p:cNvSpPr txBox="1"/>
          <p:nvPr/>
        </p:nvSpPr>
        <p:spPr>
          <a:xfrm>
            <a:off x="528850" y="0"/>
            <a:ext cx="8369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2"/>
                </a:solidFill>
                <a:latin typeface="Impact"/>
                <a:ea typeface="Impact"/>
                <a:cs typeface="Impact"/>
                <a:sym typeface="Impact"/>
              </a:rPr>
              <a:t>IMPLEMENTED + INTEGRATED</a:t>
            </a:r>
            <a:endParaRPr sz="1800">
              <a:solidFill>
                <a:schemeClr val="dk2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0" name="Google Shape;160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83500" y="568375"/>
            <a:ext cx="2203426" cy="41280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161" name="Google Shape;161;p2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448813" y="542475"/>
            <a:ext cx="2246375" cy="4179801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162" name="Google Shape;162;p2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57100" y="542475"/>
            <a:ext cx="2203425" cy="4179801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63" name="Google Shape;163;p25"/>
          <p:cNvSpPr txBox="1"/>
          <p:nvPr/>
        </p:nvSpPr>
        <p:spPr>
          <a:xfrm>
            <a:off x="528850" y="0"/>
            <a:ext cx="8369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2"/>
                </a:solidFill>
                <a:latin typeface="Impact"/>
                <a:ea typeface="Impact"/>
                <a:cs typeface="Impact"/>
                <a:sym typeface="Impact"/>
              </a:rPr>
              <a:t>IMPLEMENTED + INTEGRATED</a:t>
            </a:r>
            <a:endParaRPr sz="1800">
              <a:solidFill>
                <a:schemeClr val="dk2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8" name="Google Shape;168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64259" y="335174"/>
            <a:ext cx="2339600" cy="4473151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169" name="Google Shape;169;p2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248641" y="335175"/>
            <a:ext cx="2407075" cy="447315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170" name="Google Shape;170;p2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997285" y="335174"/>
            <a:ext cx="2294659" cy="4473151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pic>
      <p:sp>
        <p:nvSpPr>
          <p:cNvPr id="171" name="Google Shape;171;p26"/>
          <p:cNvSpPr txBox="1"/>
          <p:nvPr/>
        </p:nvSpPr>
        <p:spPr>
          <a:xfrm>
            <a:off x="492225" y="-48850"/>
            <a:ext cx="8369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2"/>
                </a:solidFill>
                <a:latin typeface="Impact"/>
                <a:ea typeface="Impact"/>
                <a:cs typeface="Impact"/>
                <a:sym typeface="Impact"/>
              </a:rPr>
              <a:t>IMPLEMENTED + INTEGRATED</a:t>
            </a:r>
            <a:endParaRPr sz="1800">
              <a:solidFill>
                <a:schemeClr val="dk2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6" name="Google Shape;176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745749" y="385400"/>
            <a:ext cx="2180000" cy="4323149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177" name="Google Shape;177;p2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74350" y="385400"/>
            <a:ext cx="2307350" cy="4372701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78" name="Google Shape;178;p27"/>
          <p:cNvSpPr txBox="1"/>
          <p:nvPr/>
        </p:nvSpPr>
        <p:spPr>
          <a:xfrm>
            <a:off x="408060" y="77623"/>
            <a:ext cx="2440800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Committee Dashboard</a:t>
            </a:r>
            <a:endParaRPr b="1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79" name="Google Shape;179;p2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20900" y="385400"/>
            <a:ext cx="3461975" cy="4323151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80" name="Google Shape;180;p27"/>
          <p:cNvSpPr txBox="1"/>
          <p:nvPr/>
        </p:nvSpPr>
        <p:spPr>
          <a:xfrm>
            <a:off x="3481975" y="663"/>
            <a:ext cx="8369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2"/>
                </a:solidFill>
                <a:latin typeface="Impact"/>
                <a:ea typeface="Impact"/>
                <a:cs typeface="Impact"/>
                <a:sym typeface="Impact"/>
              </a:rPr>
              <a:t>IMPLEMENTED + INTEGRATED</a:t>
            </a:r>
            <a:endParaRPr sz="1800">
              <a:solidFill>
                <a:schemeClr val="dk2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5" name="Google Shape;185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07506" y="483185"/>
            <a:ext cx="2437421" cy="4177146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pic>
      <p:pic>
        <p:nvPicPr>
          <p:cNvPr id="186" name="Google Shape;186;p2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900211" y="467588"/>
            <a:ext cx="2460688" cy="4208317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pic>
      <p:sp>
        <p:nvSpPr>
          <p:cNvPr id="187" name="Google Shape;187;p28"/>
          <p:cNvSpPr txBox="1"/>
          <p:nvPr/>
        </p:nvSpPr>
        <p:spPr>
          <a:xfrm>
            <a:off x="528850" y="0"/>
            <a:ext cx="8369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2"/>
                </a:solidFill>
                <a:latin typeface="Impact"/>
                <a:ea typeface="Impact"/>
                <a:cs typeface="Impact"/>
                <a:sym typeface="Impact"/>
              </a:rPr>
              <a:t>IMPLEMENTED + INTEGRATED</a:t>
            </a:r>
            <a:endParaRPr sz="1800">
              <a:solidFill>
                <a:schemeClr val="dk2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2" name="Google Shape;192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449788" y="455275"/>
            <a:ext cx="2244425" cy="4232951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93" name="Google Shape;193;p29"/>
          <p:cNvSpPr txBox="1"/>
          <p:nvPr/>
        </p:nvSpPr>
        <p:spPr>
          <a:xfrm>
            <a:off x="3265425" y="0"/>
            <a:ext cx="8369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2"/>
                </a:solidFill>
                <a:latin typeface="Impact"/>
                <a:ea typeface="Impact"/>
                <a:cs typeface="Impact"/>
                <a:sym typeface="Impact"/>
              </a:rPr>
              <a:t>IMPLEMENTED + INTEGRATED</a:t>
            </a:r>
            <a:endParaRPr sz="1800">
              <a:solidFill>
                <a:schemeClr val="dk2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pic>
        <p:nvPicPr>
          <p:cNvPr id="194" name="Google Shape;194;p2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2400" y="455275"/>
            <a:ext cx="3145001" cy="4232950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195" name="Google Shape;195;p2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846625" y="455275"/>
            <a:ext cx="3144975" cy="4232949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30"/>
          <p:cNvSpPr txBox="1"/>
          <p:nvPr/>
        </p:nvSpPr>
        <p:spPr>
          <a:xfrm>
            <a:off x="3199500" y="98925"/>
            <a:ext cx="8369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2"/>
                </a:solidFill>
                <a:latin typeface="Impact"/>
                <a:ea typeface="Impact"/>
                <a:cs typeface="Impact"/>
                <a:sym typeface="Impact"/>
              </a:rPr>
              <a:t>IMPLEMENTED + INTEGRATED</a:t>
            </a:r>
            <a:endParaRPr sz="1800">
              <a:solidFill>
                <a:schemeClr val="dk2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pic>
        <p:nvPicPr>
          <p:cNvPr id="201" name="Google Shape;201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892500" y="628525"/>
            <a:ext cx="2180000" cy="4059699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202" name="Google Shape;202;p3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23100" y="668175"/>
            <a:ext cx="2894700" cy="4059699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203" name="Google Shape;203;p3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170200" y="628525"/>
            <a:ext cx="2569900" cy="405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8" name="Google Shape;208;p31"/>
          <p:cNvPicPr preferRelativeResize="0"/>
          <p:nvPr/>
        </p:nvPicPr>
        <p:blipFill rotWithShape="1">
          <a:blip r:embed="rId3">
            <a:alphaModFix/>
          </a:blip>
          <a:srcRect b="5917" l="0" r="0" t="0"/>
          <a:stretch/>
        </p:blipFill>
        <p:spPr>
          <a:xfrm>
            <a:off x="529000" y="403200"/>
            <a:ext cx="2208250" cy="4080274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209" name="Google Shape;209;p31"/>
          <p:cNvPicPr preferRelativeResize="0"/>
          <p:nvPr/>
        </p:nvPicPr>
        <p:blipFill rotWithShape="1">
          <a:blip r:embed="rId4">
            <a:alphaModFix/>
          </a:blip>
          <a:srcRect b="7518" l="0" r="0" t="0"/>
          <a:stretch/>
        </p:blipFill>
        <p:spPr>
          <a:xfrm>
            <a:off x="3424275" y="403199"/>
            <a:ext cx="2295450" cy="4080275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210" name="Google Shape;210;p31"/>
          <p:cNvPicPr preferRelativeResize="0"/>
          <p:nvPr/>
        </p:nvPicPr>
        <p:blipFill rotWithShape="1">
          <a:blip r:embed="rId5">
            <a:alphaModFix/>
          </a:blip>
          <a:srcRect b="5917" l="0" r="0" t="0"/>
          <a:stretch/>
        </p:blipFill>
        <p:spPr>
          <a:xfrm>
            <a:off x="6406750" y="403200"/>
            <a:ext cx="2106100" cy="4080274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211" name="Google Shape;211;p31"/>
          <p:cNvSpPr txBox="1"/>
          <p:nvPr/>
        </p:nvSpPr>
        <p:spPr>
          <a:xfrm>
            <a:off x="529000" y="74711"/>
            <a:ext cx="2208250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Queue Handler Dashboard</a:t>
            </a:r>
            <a:endParaRPr b="1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2" name="Google Shape;212;p31"/>
          <p:cNvSpPr txBox="1"/>
          <p:nvPr/>
        </p:nvSpPr>
        <p:spPr>
          <a:xfrm>
            <a:off x="3275250" y="-17650"/>
            <a:ext cx="8369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2"/>
                </a:solidFill>
                <a:latin typeface="Impact"/>
                <a:ea typeface="Impact"/>
                <a:cs typeface="Impact"/>
                <a:sym typeface="Impact"/>
              </a:rPr>
              <a:t>IMPLEMENTED + INTEGRATED</a:t>
            </a:r>
            <a:endParaRPr sz="1800">
              <a:solidFill>
                <a:schemeClr val="dk2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7" name="Google Shape;217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67284" y="516204"/>
            <a:ext cx="2047859" cy="3951425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218" name="Google Shape;218;p3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519805" y="516204"/>
            <a:ext cx="2047850" cy="399215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219" name="Google Shape;219;p3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174716" y="516204"/>
            <a:ext cx="2055600" cy="399215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pic>
      <p:sp>
        <p:nvSpPr>
          <p:cNvPr id="220" name="Google Shape;220;p32"/>
          <p:cNvSpPr txBox="1"/>
          <p:nvPr/>
        </p:nvSpPr>
        <p:spPr>
          <a:xfrm>
            <a:off x="6267236" y="205481"/>
            <a:ext cx="1031051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Alternative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1" name="Google Shape;221;p32"/>
          <p:cNvSpPr txBox="1"/>
          <p:nvPr/>
        </p:nvSpPr>
        <p:spPr>
          <a:xfrm>
            <a:off x="528850" y="0"/>
            <a:ext cx="8369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2"/>
                </a:solidFill>
                <a:latin typeface="Impact"/>
                <a:ea typeface="Impact"/>
                <a:cs typeface="Impact"/>
                <a:sym typeface="Impact"/>
              </a:rPr>
              <a:t>IMPLEMENTED + INTEGRATED</a:t>
            </a:r>
            <a:endParaRPr sz="1800">
              <a:solidFill>
                <a:schemeClr val="dk2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6" name="Google Shape;226;p33"/>
          <p:cNvPicPr preferRelativeResize="0"/>
          <p:nvPr/>
        </p:nvPicPr>
        <p:blipFill rotWithShape="1">
          <a:blip r:embed="rId3">
            <a:alphaModFix/>
          </a:blip>
          <a:srcRect b="6733" l="0" r="0" t="0"/>
          <a:stretch/>
        </p:blipFill>
        <p:spPr>
          <a:xfrm>
            <a:off x="3428225" y="282225"/>
            <a:ext cx="2287550" cy="4270626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227" name="Google Shape;227;p33"/>
          <p:cNvSpPr txBox="1"/>
          <p:nvPr/>
        </p:nvSpPr>
        <p:spPr>
          <a:xfrm>
            <a:off x="528850" y="0"/>
            <a:ext cx="8369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2"/>
                </a:solidFill>
                <a:latin typeface="Impact"/>
                <a:ea typeface="Impact"/>
                <a:cs typeface="Impact"/>
                <a:sym typeface="Impact"/>
              </a:rPr>
              <a:t>IMPLEMENTED + INTEGRATED</a:t>
            </a:r>
            <a:endParaRPr sz="1800">
              <a:solidFill>
                <a:schemeClr val="dk2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2" name="Google Shape;232;p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07436" y="373075"/>
            <a:ext cx="2419200" cy="439735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pic>
      <p:pic>
        <p:nvPicPr>
          <p:cNvPr id="233" name="Google Shape;233;p34"/>
          <p:cNvPicPr preferRelativeResize="0"/>
          <p:nvPr/>
        </p:nvPicPr>
        <p:blipFill rotWithShape="1">
          <a:blip r:embed="rId4">
            <a:alphaModFix/>
          </a:blip>
          <a:srcRect b="8124" l="0" r="0" t="0"/>
          <a:stretch/>
        </p:blipFill>
        <p:spPr>
          <a:xfrm>
            <a:off x="3616036" y="373074"/>
            <a:ext cx="2275609" cy="4397351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pic>
      <p:sp>
        <p:nvSpPr>
          <p:cNvPr descr="blob:https://web.whatsapp.com/8ee4e83e-1f48-415c-848e-1212de1c13be" id="234" name="Google Shape;234;p34"/>
          <p:cNvSpPr/>
          <p:nvPr/>
        </p:nvSpPr>
        <p:spPr>
          <a:xfrm>
            <a:off x="155575" y="-144463"/>
            <a:ext cx="304800" cy="3048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descr="blob:https://web.whatsapp.com/8ee4e83e-1f48-415c-848e-1212de1c13be" id="235" name="Google Shape;235;p34"/>
          <p:cNvSpPr/>
          <p:nvPr/>
        </p:nvSpPr>
        <p:spPr>
          <a:xfrm>
            <a:off x="307975" y="7937"/>
            <a:ext cx="304800" cy="3048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36" name="Google Shape;236;p3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400800" y="373074"/>
            <a:ext cx="2192482" cy="4397352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pic>
      <p:sp>
        <p:nvSpPr>
          <p:cNvPr id="237" name="Google Shape;237;p34"/>
          <p:cNvSpPr txBox="1"/>
          <p:nvPr/>
        </p:nvSpPr>
        <p:spPr>
          <a:xfrm>
            <a:off x="510163" y="65298"/>
            <a:ext cx="2613746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Committee Head Dashboard</a:t>
            </a:r>
            <a:endParaRPr b="1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8" name="Google Shape;238;p34"/>
          <p:cNvSpPr txBox="1"/>
          <p:nvPr/>
        </p:nvSpPr>
        <p:spPr>
          <a:xfrm>
            <a:off x="3466775" y="-11675"/>
            <a:ext cx="8369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2"/>
                </a:solidFill>
                <a:latin typeface="Impact"/>
                <a:ea typeface="Impact"/>
                <a:cs typeface="Impact"/>
                <a:sym typeface="Impact"/>
              </a:rPr>
              <a:t>IMPLEMENTED + INTEGRATED</a:t>
            </a:r>
            <a:endParaRPr sz="1800">
              <a:solidFill>
                <a:schemeClr val="dk2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descr="blob:https://web.whatsapp.com/4cfbb076-238c-4ebf-aad3-ae0940db62a2" id="243" name="Google Shape;243;p35"/>
          <p:cNvSpPr/>
          <p:nvPr/>
        </p:nvSpPr>
        <p:spPr>
          <a:xfrm>
            <a:off x="155575" y="-144463"/>
            <a:ext cx="304800" cy="3048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descr="blob:https://web.whatsapp.com/4cfbb076-238c-4ebf-aad3-ae0940db62a2" id="244" name="Google Shape;244;p35"/>
          <p:cNvSpPr/>
          <p:nvPr/>
        </p:nvSpPr>
        <p:spPr>
          <a:xfrm>
            <a:off x="307975" y="7937"/>
            <a:ext cx="304800" cy="3048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descr="blob:https://web.whatsapp.com/4cfbb076-238c-4ebf-aad3-ae0940db62a2" id="245" name="Google Shape;245;p35"/>
          <p:cNvSpPr/>
          <p:nvPr/>
        </p:nvSpPr>
        <p:spPr>
          <a:xfrm>
            <a:off x="460375" y="160337"/>
            <a:ext cx="304800" cy="3048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descr="blob:https://web.whatsapp.com/4cfbb076-238c-4ebf-aad3-ae0940db62a2" id="246" name="Google Shape;246;p35"/>
          <p:cNvSpPr/>
          <p:nvPr/>
        </p:nvSpPr>
        <p:spPr>
          <a:xfrm>
            <a:off x="612775" y="312737"/>
            <a:ext cx="304800" cy="3048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47" name="Google Shape;247;p3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60375" y="465137"/>
            <a:ext cx="2491200" cy="4366636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pic>
      <p:pic>
        <p:nvPicPr>
          <p:cNvPr id="248" name="Google Shape;248;p3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422505" y="465138"/>
            <a:ext cx="2458749" cy="4366635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pic>
      <p:pic>
        <p:nvPicPr>
          <p:cNvPr id="249" name="Google Shape;249;p3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461414" y="465138"/>
            <a:ext cx="2426400" cy="4366635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pic>
      <p:pic>
        <p:nvPicPr>
          <p:cNvPr descr="https://static.thenounproject.com/png/1410611-200.png" id="250" name="Google Shape;250;p3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 flipH="1" rot="10800000">
            <a:off x="3445604" y="2568539"/>
            <a:ext cx="157117" cy="157117"/>
          </a:xfrm>
          <a:prstGeom prst="rect">
            <a:avLst/>
          </a:prstGeom>
          <a:noFill/>
          <a:ln>
            <a:noFill/>
          </a:ln>
        </p:spPr>
      </p:pic>
      <p:sp>
        <p:nvSpPr>
          <p:cNvPr id="251" name="Google Shape;251;p35"/>
          <p:cNvSpPr txBox="1"/>
          <p:nvPr/>
        </p:nvSpPr>
        <p:spPr>
          <a:xfrm>
            <a:off x="528850" y="0"/>
            <a:ext cx="8369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2"/>
                </a:solidFill>
                <a:latin typeface="Impact"/>
                <a:ea typeface="Impact"/>
                <a:cs typeface="Impact"/>
                <a:sym typeface="Impact"/>
              </a:rPr>
              <a:t>IMPLEMENTED + INTEGRATED</a:t>
            </a:r>
            <a:endParaRPr sz="1800">
              <a:solidFill>
                <a:schemeClr val="dk2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6" name="Google Shape;256;p3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2000" y="373075"/>
            <a:ext cx="2138875" cy="4306699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257" name="Google Shape;257;p36"/>
          <p:cNvPicPr preferRelativeResize="0"/>
          <p:nvPr/>
        </p:nvPicPr>
        <p:blipFill rotWithShape="1">
          <a:blip r:embed="rId4">
            <a:alphaModFix/>
          </a:blip>
          <a:srcRect b="6402" l="0" r="0" t="0"/>
          <a:stretch/>
        </p:blipFill>
        <p:spPr>
          <a:xfrm>
            <a:off x="6259100" y="373075"/>
            <a:ext cx="2285107" cy="43067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258" name="Google Shape;258;p3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985475" y="328750"/>
            <a:ext cx="3036075" cy="4395350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259" name="Google Shape;259;p36"/>
          <p:cNvSpPr txBox="1"/>
          <p:nvPr/>
        </p:nvSpPr>
        <p:spPr>
          <a:xfrm>
            <a:off x="528850" y="0"/>
            <a:ext cx="8369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2"/>
                </a:solidFill>
                <a:latin typeface="Impact"/>
                <a:ea typeface="Impact"/>
                <a:cs typeface="Impact"/>
                <a:sym typeface="Impact"/>
              </a:rPr>
              <a:t>IMPLEMENTED + INTEGRATED</a:t>
            </a:r>
            <a:endParaRPr sz="1800">
              <a:solidFill>
                <a:schemeClr val="dk2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4" name="Google Shape;264;p3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340873" y="461699"/>
            <a:ext cx="2462264" cy="4395357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pic>
      <p:sp>
        <p:nvSpPr>
          <p:cNvPr id="265" name="Google Shape;265;p37"/>
          <p:cNvSpPr txBox="1"/>
          <p:nvPr/>
        </p:nvSpPr>
        <p:spPr>
          <a:xfrm>
            <a:off x="528850" y="0"/>
            <a:ext cx="8369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2"/>
                </a:solidFill>
                <a:latin typeface="Impact"/>
                <a:ea typeface="Impact"/>
                <a:cs typeface="Impact"/>
                <a:sym typeface="Impact"/>
              </a:rPr>
              <a:t>IMPLEMENTED + INTEGRATED</a:t>
            </a:r>
            <a:endParaRPr sz="1800">
              <a:solidFill>
                <a:schemeClr val="dk2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38"/>
          <p:cNvSpPr txBox="1"/>
          <p:nvPr/>
        </p:nvSpPr>
        <p:spPr>
          <a:xfrm>
            <a:off x="2670464" y="107859"/>
            <a:ext cx="3267155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Implemented    Screens </a:t>
            </a:r>
            <a:endParaRPr b="1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71" name="Google Shape;271;p3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2028" y="569525"/>
            <a:ext cx="2411257" cy="4198605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pic>
      <p:pic>
        <p:nvPicPr>
          <p:cNvPr id="272" name="Google Shape;272;p3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422505" y="580253"/>
            <a:ext cx="2452105" cy="4198605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pic>
      <p:pic>
        <p:nvPicPr>
          <p:cNvPr id="273" name="Google Shape;273;p3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73513" y="580253"/>
            <a:ext cx="2309378" cy="4187878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8" name="Google Shape;278;p3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64640" y="394855"/>
            <a:ext cx="2411257" cy="4392082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pic>
      <p:pic>
        <p:nvPicPr>
          <p:cNvPr id="279" name="Google Shape;279;p3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0857" y="394856"/>
            <a:ext cx="2052000" cy="4392082"/>
          </a:xfrm>
          <a:prstGeom prst="rect">
            <a:avLst/>
          </a:prstGeom>
          <a:noFill/>
          <a:ln>
            <a:noFill/>
          </a:ln>
        </p:spPr>
      </p:pic>
      <p:sp>
        <p:nvSpPr>
          <p:cNvPr id="280" name="Google Shape;280;p39"/>
          <p:cNvSpPr txBox="1"/>
          <p:nvPr/>
        </p:nvSpPr>
        <p:spPr>
          <a:xfrm>
            <a:off x="810491" y="1502869"/>
            <a:ext cx="476412" cy="2154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Flutter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5" name="Google Shape;285;p4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9294" y="529937"/>
            <a:ext cx="2143124" cy="4031092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pic>
      <p:pic>
        <p:nvPicPr>
          <p:cNvPr id="286" name="Google Shape;286;p4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95530" y="498763"/>
            <a:ext cx="2052000" cy="406226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1" name="Google Shape;291;p4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366380" y="498756"/>
            <a:ext cx="2411257" cy="4145971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
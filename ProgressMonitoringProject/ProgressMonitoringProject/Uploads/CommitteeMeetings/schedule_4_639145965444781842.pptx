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27f5cac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27f5cac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7f5cac3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e27f5cac3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27f5cac3f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27f5cac3f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27f5cac3f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e27f5cac3f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27f5cac3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27f5cac3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27f5cac3f_0_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e27f5cac3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27f5cac3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e27f5cac3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e27f5cac3f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e27f5cac3f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27f5cac3f_0_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e27f5cac3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2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p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5" name="Google Shape;335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0" name="Google Shape;350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4" name="Google Shape;404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5" name="Google Shape;415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2" name="Google Shape;472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1" name="Google Shape;491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3" name="Google Shape;523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5" name="Google Shape;53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6" name="Google Shape;546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3" name="Google Shape;583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5" name="Google Shape;595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3.jp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Relationship Id="rId4" Type="http://schemas.openxmlformats.org/officeDocument/2006/relationships/image" Target="../media/image2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jp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jpg"/><Relationship Id="rId4" Type="http://schemas.openxmlformats.org/officeDocument/2006/relationships/image" Target="../media/image4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jpg"/><Relationship Id="rId4" Type="http://schemas.openxmlformats.org/officeDocument/2006/relationships/image" Target="../media/image2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3.jpg"/><Relationship Id="rId4" Type="http://schemas.openxmlformats.org/officeDocument/2006/relationships/image" Target="../media/image45.jpg"/><Relationship Id="rId5" Type="http://schemas.openxmlformats.org/officeDocument/2006/relationships/image" Target="../media/image29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jpg"/><Relationship Id="rId4" Type="http://schemas.openxmlformats.org/officeDocument/2006/relationships/image" Target="../media/image4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png"/><Relationship Id="rId4" Type="http://schemas.openxmlformats.org/officeDocument/2006/relationships/image" Target="../media/image4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4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0.png"/><Relationship Id="rId4" Type="http://schemas.openxmlformats.org/officeDocument/2006/relationships/image" Target="../media/image3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jpg"/><Relationship Id="rId4" Type="http://schemas.openxmlformats.org/officeDocument/2006/relationships/image" Target="../media/image55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Relationship Id="rId4" Type="http://schemas.openxmlformats.org/officeDocument/2006/relationships/image" Target="../media/image57.png"/><Relationship Id="rId5" Type="http://schemas.openxmlformats.org/officeDocument/2006/relationships/image" Target="../media/image5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Relationship Id="rId4" Type="http://schemas.openxmlformats.org/officeDocument/2006/relationships/image" Target="../media/image60.png"/><Relationship Id="rId5" Type="http://schemas.openxmlformats.org/officeDocument/2006/relationships/image" Target="../media/image5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1.png"/><Relationship Id="rId4" Type="http://schemas.openxmlformats.org/officeDocument/2006/relationships/image" Target="../media/image72.png"/><Relationship Id="rId5" Type="http://schemas.openxmlformats.org/officeDocument/2006/relationships/image" Target="../media/image6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jpg"/><Relationship Id="rId4" Type="http://schemas.openxmlformats.org/officeDocument/2006/relationships/image" Target="../media/image26.png"/><Relationship Id="rId5" Type="http://schemas.openxmlformats.org/officeDocument/2006/relationships/image" Target="../media/image3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9.png"/><Relationship Id="rId4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6.jpg"/><Relationship Id="rId4" Type="http://schemas.openxmlformats.org/officeDocument/2006/relationships/image" Target="../media/image75.png"/><Relationship Id="rId5" Type="http://schemas.openxmlformats.org/officeDocument/2006/relationships/image" Target="../media/image29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Relationship Id="rId4" Type="http://schemas.openxmlformats.org/officeDocument/2006/relationships/image" Target="../media/image6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jpg"/><Relationship Id="rId4" Type="http://schemas.openxmlformats.org/officeDocument/2006/relationships/image" Target="../media/image35.jpg"/><Relationship Id="rId5" Type="http://schemas.openxmlformats.org/officeDocument/2006/relationships/image" Target="../media/image6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jpg"/><Relationship Id="rId4" Type="http://schemas.openxmlformats.org/officeDocument/2006/relationships/image" Target="../media/image45.jpg"/><Relationship Id="rId5" Type="http://schemas.openxmlformats.org/officeDocument/2006/relationships/image" Target="../media/image2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9.jpg"/><Relationship Id="rId4" Type="http://schemas.openxmlformats.org/officeDocument/2006/relationships/image" Target="../media/image41.jpg"/><Relationship Id="rId5" Type="http://schemas.openxmlformats.org/officeDocument/2006/relationships/image" Target="../media/image3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76.jpg"/><Relationship Id="rId4" Type="http://schemas.openxmlformats.org/officeDocument/2006/relationships/image" Target="../media/image63.jpg"/><Relationship Id="rId5" Type="http://schemas.openxmlformats.org/officeDocument/2006/relationships/image" Target="../media/image68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9.jpg"/><Relationship Id="rId4" Type="http://schemas.openxmlformats.org/officeDocument/2006/relationships/image" Target="../media/image67.jpg"/><Relationship Id="rId5" Type="http://schemas.openxmlformats.org/officeDocument/2006/relationships/image" Target="../media/image79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1.jpg"/><Relationship Id="rId4" Type="http://schemas.openxmlformats.org/officeDocument/2006/relationships/image" Target="../media/image62.jpg"/><Relationship Id="rId5" Type="http://schemas.openxmlformats.org/officeDocument/2006/relationships/image" Target="../media/image95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7.jpg"/><Relationship Id="rId4" Type="http://schemas.openxmlformats.org/officeDocument/2006/relationships/image" Target="../media/image8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8.jpg"/><Relationship Id="rId4" Type="http://schemas.openxmlformats.org/officeDocument/2006/relationships/image" Target="../media/image84.jpg"/><Relationship Id="rId5" Type="http://schemas.openxmlformats.org/officeDocument/2006/relationships/image" Target="../media/image91.jpg"/><Relationship Id="rId6" Type="http://schemas.openxmlformats.org/officeDocument/2006/relationships/image" Target="../media/image81.jpg"/><Relationship Id="rId7" Type="http://schemas.openxmlformats.org/officeDocument/2006/relationships/image" Target="../media/image8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0.jpg"/><Relationship Id="rId4" Type="http://schemas.openxmlformats.org/officeDocument/2006/relationships/image" Target="../media/image82.jpg"/><Relationship Id="rId5" Type="http://schemas.openxmlformats.org/officeDocument/2006/relationships/image" Target="../media/image8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83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16.jpg"/><Relationship Id="rId4" Type="http://schemas.openxmlformats.org/officeDocument/2006/relationships/image" Target="../media/image85.jpg"/><Relationship Id="rId9" Type="http://schemas.openxmlformats.org/officeDocument/2006/relationships/image" Target="../media/image97.jpg"/><Relationship Id="rId5" Type="http://schemas.openxmlformats.org/officeDocument/2006/relationships/image" Target="../media/image82.jpg"/><Relationship Id="rId6" Type="http://schemas.openxmlformats.org/officeDocument/2006/relationships/image" Target="../media/image89.jpg"/><Relationship Id="rId7" Type="http://schemas.openxmlformats.org/officeDocument/2006/relationships/image" Target="../media/image94.jpg"/><Relationship Id="rId8" Type="http://schemas.openxmlformats.org/officeDocument/2006/relationships/image" Target="../media/image88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05.jpg"/><Relationship Id="rId4" Type="http://schemas.openxmlformats.org/officeDocument/2006/relationships/image" Target="../media/image115.jpg"/><Relationship Id="rId5" Type="http://schemas.openxmlformats.org/officeDocument/2006/relationships/image" Target="../media/image99.jpg"/><Relationship Id="rId6" Type="http://schemas.openxmlformats.org/officeDocument/2006/relationships/image" Target="../media/image90.jpg"/><Relationship Id="rId7" Type="http://schemas.openxmlformats.org/officeDocument/2006/relationships/image" Target="../media/image98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3.jpg"/><Relationship Id="rId4" Type="http://schemas.openxmlformats.org/officeDocument/2006/relationships/image" Target="../media/image96.jpg"/><Relationship Id="rId5" Type="http://schemas.openxmlformats.org/officeDocument/2006/relationships/image" Target="../media/image104.jpg"/><Relationship Id="rId6" Type="http://schemas.openxmlformats.org/officeDocument/2006/relationships/image" Target="../media/image102.jpg"/><Relationship Id="rId7" Type="http://schemas.openxmlformats.org/officeDocument/2006/relationships/image" Target="../media/image82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07.jpg"/><Relationship Id="rId4" Type="http://schemas.openxmlformats.org/officeDocument/2006/relationships/image" Target="../media/image93.jpg"/><Relationship Id="rId5" Type="http://schemas.openxmlformats.org/officeDocument/2006/relationships/image" Target="../media/image92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5.jpg"/><Relationship Id="rId4" Type="http://schemas.openxmlformats.org/officeDocument/2006/relationships/image" Target="../media/image100.jpg"/><Relationship Id="rId5" Type="http://schemas.openxmlformats.org/officeDocument/2006/relationships/image" Target="../media/image106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01.jpg"/><Relationship Id="rId4" Type="http://schemas.openxmlformats.org/officeDocument/2006/relationships/image" Target="../media/image109.jpg"/><Relationship Id="rId5" Type="http://schemas.openxmlformats.org/officeDocument/2006/relationships/image" Target="../media/image82.jpg"/><Relationship Id="rId6" Type="http://schemas.openxmlformats.org/officeDocument/2006/relationships/image" Target="../media/image112.jpg"/><Relationship Id="rId7" Type="http://schemas.openxmlformats.org/officeDocument/2006/relationships/image" Target="../media/image119.jpg"/><Relationship Id="rId8" Type="http://schemas.openxmlformats.org/officeDocument/2006/relationships/image" Target="../media/image108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17.jpg"/><Relationship Id="rId4" Type="http://schemas.openxmlformats.org/officeDocument/2006/relationships/image" Target="../media/image82.jpg"/><Relationship Id="rId5" Type="http://schemas.openxmlformats.org/officeDocument/2006/relationships/image" Target="../media/image121.jpg"/><Relationship Id="rId6" Type="http://schemas.openxmlformats.org/officeDocument/2006/relationships/image" Target="../media/image110.jpg"/><Relationship Id="rId7" Type="http://schemas.openxmlformats.org/officeDocument/2006/relationships/image" Target="../media/image111.jpg"/><Relationship Id="rId8" Type="http://schemas.openxmlformats.org/officeDocument/2006/relationships/image" Target="../media/image113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4.jpg"/><Relationship Id="rId4" Type="http://schemas.openxmlformats.org/officeDocument/2006/relationships/image" Target="../media/image120.jpg"/><Relationship Id="rId5" Type="http://schemas.openxmlformats.org/officeDocument/2006/relationships/image" Target="../media/image118.jpg"/><Relationship Id="rId6" Type="http://schemas.openxmlformats.org/officeDocument/2006/relationships/image" Target="../media/image122.jpg"/><Relationship Id="rId7" Type="http://schemas.openxmlformats.org/officeDocument/2006/relationships/image" Target="../media/image124.jpg"/><Relationship Id="rId8" Type="http://schemas.openxmlformats.org/officeDocument/2006/relationships/image" Target="../media/image82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3.jpg"/><Relationship Id="rId4" Type="http://schemas.openxmlformats.org/officeDocument/2006/relationships/image" Target="../media/image82.jpg"/><Relationship Id="rId5" Type="http://schemas.openxmlformats.org/officeDocument/2006/relationships/image" Target="../media/image130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Relationship Id="rId4" Type="http://schemas.openxmlformats.org/officeDocument/2006/relationships/image" Target="../media/image131.jpg"/><Relationship Id="rId5" Type="http://schemas.openxmlformats.org/officeDocument/2006/relationships/image" Target="../media/image126.jpg"/><Relationship Id="rId6" Type="http://schemas.openxmlformats.org/officeDocument/2006/relationships/image" Target="../media/image82.jp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35.jpg"/></Relationships>
</file>

<file path=ppt/slides/_rels/slide6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7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39.jpg"/><Relationship Id="rId4" Type="http://schemas.openxmlformats.org/officeDocument/2006/relationships/image" Target="../media/image82.jpg"/><Relationship Id="rId9" Type="http://schemas.openxmlformats.org/officeDocument/2006/relationships/image" Target="../media/image129.jpg"/><Relationship Id="rId5" Type="http://schemas.openxmlformats.org/officeDocument/2006/relationships/image" Target="../media/image140.jpg"/><Relationship Id="rId6" Type="http://schemas.openxmlformats.org/officeDocument/2006/relationships/image" Target="../media/image132.jpg"/><Relationship Id="rId7" Type="http://schemas.openxmlformats.org/officeDocument/2006/relationships/image" Target="../media/image133.jpg"/><Relationship Id="rId8" Type="http://schemas.openxmlformats.org/officeDocument/2006/relationships/image" Target="../media/image125.jp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8.png"/><Relationship Id="rId4" Type="http://schemas.openxmlformats.org/officeDocument/2006/relationships/image" Target="../media/image136.png"/><Relationship Id="rId5" Type="http://schemas.openxmlformats.org/officeDocument/2006/relationships/image" Target="../media/image128.png"/><Relationship Id="rId6" Type="http://schemas.openxmlformats.org/officeDocument/2006/relationships/image" Target="../media/image134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2.jpg"/><Relationship Id="rId4" Type="http://schemas.openxmlformats.org/officeDocument/2006/relationships/image" Target="../media/image82.jpg"/><Relationship Id="rId5" Type="http://schemas.openxmlformats.org/officeDocument/2006/relationships/image" Target="../media/image137.jpg"/><Relationship Id="rId6" Type="http://schemas.openxmlformats.org/officeDocument/2006/relationships/image" Target="../media/image138.jpg"/><Relationship Id="rId7" Type="http://schemas.openxmlformats.org/officeDocument/2006/relationships/image" Target="../media/image14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207789" y="938252"/>
            <a:ext cx="6858000" cy="691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C5FF"/>
              </a:buClr>
              <a:buSzPct val="86538"/>
              <a:buFont typeface="Arial Rounded"/>
              <a:buNone/>
            </a:pPr>
            <a:r>
              <a:rPr b="1" lang="en-US" u="sng">
                <a:solidFill>
                  <a:srgbClr val="21C5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PROJECT PROGRESS MONITORING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1143000" y="3646025"/>
            <a:ext cx="5727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2022-Arid-4158            Raja Muhammad Taha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2022-Arid-4198            Simran Hafeez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8108"/>
              <a:buNone/>
            </a:pPr>
            <a:r>
              <a:rPr lang="en-US" sz="2100"/>
              <a:t>2022-Arid-4118            M. Sabih Ul Hassan</a:t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4075" y="1855175"/>
            <a:ext cx="1595850" cy="14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6733" l="0" r="0" t="0"/>
          <a:stretch/>
        </p:blipFill>
        <p:spPr>
          <a:xfrm>
            <a:off x="3428225" y="282225"/>
            <a:ext cx="2287550" cy="42706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0175" y="434812"/>
            <a:ext cx="2296700" cy="4134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3" name="Google Shape;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650" y="504713"/>
            <a:ext cx="2793749" cy="41340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8436" y="504725"/>
            <a:ext cx="2314286" cy="4134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175" y="152400"/>
            <a:ext cx="3340425" cy="4838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8725" l="0" r="0" t="0"/>
          <a:stretch/>
        </p:blipFill>
        <p:spPr>
          <a:xfrm>
            <a:off x="965475" y="434788"/>
            <a:ext cx="2419722" cy="41340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5" name="Google Shape;85;p18"/>
          <p:cNvPicPr preferRelativeResize="0"/>
          <p:nvPr/>
        </p:nvPicPr>
        <p:blipFill rotWithShape="1">
          <a:blip r:embed="rId4">
            <a:alphaModFix/>
          </a:blip>
          <a:srcRect b="6890" l="0" r="0" t="0"/>
          <a:stretch/>
        </p:blipFill>
        <p:spPr>
          <a:xfrm>
            <a:off x="5474725" y="434800"/>
            <a:ext cx="2489950" cy="41340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575" y="383250"/>
            <a:ext cx="3624328" cy="4377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175" y="152400"/>
            <a:ext cx="3624324" cy="4838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3207" y="567871"/>
            <a:ext cx="2327481" cy="400776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20"/>
          <p:cNvPicPr preferRelativeResize="0"/>
          <p:nvPr/>
        </p:nvPicPr>
        <p:blipFill rotWithShape="1">
          <a:blip r:embed="rId4">
            <a:alphaModFix/>
          </a:blip>
          <a:srcRect b="40402" l="0" r="0" t="0"/>
          <a:stretch/>
        </p:blipFill>
        <p:spPr>
          <a:xfrm>
            <a:off x="5437719" y="2316164"/>
            <a:ext cx="2423050" cy="2302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7713" y="524538"/>
            <a:ext cx="2423050" cy="18381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9043" y="524526"/>
            <a:ext cx="2373300" cy="4094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4" name="Google Shape;10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1300" y="428488"/>
            <a:ext cx="2322151" cy="4286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2100" y="407550"/>
            <a:ext cx="2517650" cy="43283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0" name="Google Shape;1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7975" y="428524"/>
            <a:ext cx="2322575" cy="42864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61350" y="348175"/>
            <a:ext cx="2114700" cy="4447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6" name="Google Shape;1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1625" y="348175"/>
            <a:ext cx="3209850" cy="44471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821450" y="1999050"/>
            <a:ext cx="1741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Committee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3649" y="385400"/>
            <a:ext cx="2180000" cy="43231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7" name="Google Shape;12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150" y="410175"/>
            <a:ext cx="3461975" cy="43231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5225" y="385400"/>
            <a:ext cx="2307350" cy="43727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3" name="Google Shape;1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0525" y="541900"/>
            <a:ext cx="2180000" cy="4059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9481" y="483185"/>
            <a:ext cx="2437421" cy="417714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39" name="Google Shape;1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8711" y="467588"/>
            <a:ext cx="2460688" cy="420831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8200" y="455275"/>
            <a:ext cx="3145001" cy="4232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5" name="Google Shape;14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3700" y="455275"/>
            <a:ext cx="3144975" cy="423294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6075" y="668175"/>
            <a:ext cx="2894700" cy="405969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" name="Google Shape;1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2450" y="710425"/>
            <a:ext cx="2569900" cy="3975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9"/>
          <p:cNvSpPr txBox="1"/>
          <p:nvPr/>
        </p:nvSpPr>
        <p:spPr>
          <a:xfrm>
            <a:off x="5766575" y="248725"/>
            <a:ext cx="322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Committee Evaluation PAnel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633900" y="2153325"/>
            <a:ext cx="187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Supervisor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36688" y="578356"/>
            <a:ext cx="2299025" cy="41279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descr="blob:https://web.whatsapp.com/d304042e-6dd6-4e70-a279-ed174ca5a9ad" id="163" name="Google Shape;163;p3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64" name="Google Shape;164;p31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65" name="Google Shape;165;p31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66" name="Google Shape;166;p31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67" name="Google Shape;167;p31"/>
          <p:cNvSpPr/>
          <p:nvPr/>
        </p:nvSpPr>
        <p:spPr>
          <a:xfrm>
            <a:off x="765175" y="465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68" name="Google Shape;168;p31"/>
          <p:cNvSpPr/>
          <p:nvPr/>
        </p:nvSpPr>
        <p:spPr>
          <a:xfrm>
            <a:off x="917575" y="617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69" name="Google Shape;169;p31"/>
          <p:cNvSpPr/>
          <p:nvPr/>
        </p:nvSpPr>
        <p:spPr>
          <a:xfrm>
            <a:off x="1069975" y="769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70" name="Google Shape;170;p31"/>
          <p:cNvSpPr/>
          <p:nvPr/>
        </p:nvSpPr>
        <p:spPr>
          <a:xfrm>
            <a:off x="1222375" y="922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71" name="Google Shape;171;p31"/>
          <p:cNvSpPr/>
          <p:nvPr/>
        </p:nvSpPr>
        <p:spPr>
          <a:xfrm>
            <a:off x="1374775" y="1074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72" name="Google Shape;172;p31"/>
          <p:cNvSpPr/>
          <p:nvPr/>
        </p:nvSpPr>
        <p:spPr>
          <a:xfrm>
            <a:off x="1527175" y="12271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73" name="Google Shape;173;p31"/>
          <p:cNvSpPr/>
          <p:nvPr/>
        </p:nvSpPr>
        <p:spPr>
          <a:xfrm>
            <a:off x="1679575" y="13795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7168" y="578356"/>
            <a:ext cx="2466456" cy="412799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d304042e-6dd6-4e70-a279-ed174ca5a9ad" id="179" name="Google Shape;179;p3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0" name="Google Shape;180;p32"/>
          <p:cNvSpPr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1" name="Google Shape;181;p32"/>
          <p:cNvSpPr/>
          <p:nvPr/>
        </p:nvSpPr>
        <p:spPr>
          <a:xfrm>
            <a:off x="460375" y="160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2" name="Google Shape;182;p32"/>
          <p:cNvSpPr/>
          <p:nvPr/>
        </p:nvSpPr>
        <p:spPr>
          <a:xfrm>
            <a:off x="612775" y="312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3" name="Google Shape;183;p32"/>
          <p:cNvSpPr/>
          <p:nvPr/>
        </p:nvSpPr>
        <p:spPr>
          <a:xfrm>
            <a:off x="765175" y="465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4" name="Google Shape;184;p32"/>
          <p:cNvSpPr/>
          <p:nvPr/>
        </p:nvSpPr>
        <p:spPr>
          <a:xfrm>
            <a:off x="917575" y="6175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5" name="Google Shape;185;p32"/>
          <p:cNvSpPr/>
          <p:nvPr/>
        </p:nvSpPr>
        <p:spPr>
          <a:xfrm>
            <a:off x="1069975" y="769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6" name="Google Shape;186;p32"/>
          <p:cNvSpPr/>
          <p:nvPr/>
        </p:nvSpPr>
        <p:spPr>
          <a:xfrm>
            <a:off x="1222375" y="922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7" name="Google Shape;187;p32"/>
          <p:cNvSpPr/>
          <p:nvPr/>
        </p:nvSpPr>
        <p:spPr>
          <a:xfrm>
            <a:off x="1374775" y="1074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8" name="Google Shape;188;p32"/>
          <p:cNvSpPr/>
          <p:nvPr/>
        </p:nvSpPr>
        <p:spPr>
          <a:xfrm>
            <a:off x="1527175" y="1227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189" name="Google Shape;189;p32"/>
          <p:cNvSpPr/>
          <p:nvPr/>
        </p:nvSpPr>
        <p:spPr>
          <a:xfrm>
            <a:off x="1679575" y="13795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" name="Google Shape;1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169" y="507756"/>
            <a:ext cx="2201987" cy="41279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191" name="Google Shape;19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3250" y="364363"/>
            <a:ext cx="2606375" cy="44147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63225" y="507744"/>
            <a:ext cx="1937561" cy="41280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7" name="Google Shape;19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0588" y="507750"/>
            <a:ext cx="2097583" cy="41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7700" y="472450"/>
            <a:ext cx="2234045" cy="41986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03" name="Google Shape;20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9473" y="481850"/>
            <a:ext cx="220342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027" y="424450"/>
            <a:ext cx="2474286" cy="42945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209" name="Google Shape;209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12400" y="374075"/>
            <a:ext cx="3274300" cy="4395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500" y="568375"/>
            <a:ext cx="2203426" cy="41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5" name="Google Shape;21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8813" y="542475"/>
            <a:ext cx="224637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6" name="Google Shape;216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100" y="542475"/>
            <a:ext cx="220342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7159" y="335174"/>
            <a:ext cx="2339600" cy="44731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2" name="Google Shape;22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1816" y="335175"/>
            <a:ext cx="2407075" cy="4473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 txBox="1"/>
          <p:nvPr>
            <p:ph type="title"/>
          </p:nvPr>
        </p:nvSpPr>
        <p:spPr>
          <a:xfrm>
            <a:off x="3345200" y="2081875"/>
            <a:ext cx="27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Queue Handler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/>
        </p:nvSpPr>
        <p:spPr>
          <a:xfrm>
            <a:off x="529000" y="74711"/>
            <a:ext cx="220825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 Handler Dashboard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3" name="Google Shape;23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04110"/>
            <a:ext cx="8839200" cy="43898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0"/>
          <p:cNvSpPr txBox="1"/>
          <p:nvPr>
            <p:ph type="title"/>
          </p:nvPr>
        </p:nvSpPr>
        <p:spPr>
          <a:xfrm>
            <a:off x="3345200" y="2081875"/>
            <a:ext cx="2787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Committee Head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8ee4e83e-1f48-415c-848e-1212de1c13be" id="243" name="Google Shape;243;p41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8ee4e83e-1f48-415c-848e-1212de1c13be" id="244" name="Google Shape;244;p41"/>
          <p:cNvSpPr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5" name="Google Shape;24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2411" y="373074"/>
            <a:ext cx="2419200" cy="43973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8ee4e83e-1f48-415c-848e-1212de1c13be" id="250" name="Google Shape;250;p42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8ee4e83e-1f48-415c-848e-1212de1c13be" id="251" name="Google Shape;251;p42"/>
          <p:cNvSpPr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5170" y="152400"/>
            <a:ext cx="2268637" cy="483870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53" name="Google Shape;253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9786" y="152400"/>
            <a:ext cx="1662188" cy="4838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4cfbb076-238c-4ebf-aad3-ae0940db62a2" id="258" name="Google Shape;258;p4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cfbb076-238c-4ebf-aad3-ae0940db62a2" id="259" name="Google Shape;259;p43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cfbb076-238c-4ebf-aad3-ae0940db62a2" id="260" name="Google Shape;260;p43"/>
          <p:cNvSpPr/>
          <p:nvPr/>
        </p:nvSpPr>
        <p:spPr>
          <a:xfrm>
            <a:off x="460375" y="1603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4cfbb076-238c-4ebf-aad3-ae0940db62a2" id="261" name="Google Shape;261;p43"/>
          <p:cNvSpPr/>
          <p:nvPr/>
        </p:nvSpPr>
        <p:spPr>
          <a:xfrm>
            <a:off x="612775" y="3127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95400" y="388437"/>
            <a:ext cx="2491200" cy="436663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s://static.thenounproject.com/png/1410611-200.png" id="263" name="Google Shape;26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 rot="10800000">
            <a:off x="3445604" y="2568539"/>
            <a:ext cx="157117" cy="1571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5176" y="152400"/>
            <a:ext cx="354522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2845" y="152400"/>
            <a:ext cx="2882375" cy="4838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625" y="259525"/>
            <a:ext cx="4175201" cy="462445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075" y="373075"/>
            <a:ext cx="2138875" cy="43066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6" name="Google Shape;276;p45"/>
          <p:cNvPicPr preferRelativeResize="0"/>
          <p:nvPr/>
        </p:nvPicPr>
        <p:blipFill rotWithShape="1">
          <a:blip r:embed="rId4">
            <a:alphaModFix/>
          </a:blip>
          <a:srcRect b="6402" l="0" r="0" t="0"/>
          <a:stretch/>
        </p:blipFill>
        <p:spPr>
          <a:xfrm>
            <a:off x="4664700" y="373075"/>
            <a:ext cx="2285107" cy="4306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6"/>
          <p:cNvSpPr txBox="1"/>
          <p:nvPr/>
        </p:nvSpPr>
        <p:spPr>
          <a:xfrm>
            <a:off x="1263900" y="2202300"/>
            <a:ext cx="661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TAHA’S SCREENS</a:t>
            </a:r>
            <a:b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(Flutter)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695" y="751031"/>
            <a:ext cx="1664726" cy="3608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7636" y="733169"/>
            <a:ext cx="1679015" cy="3643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4024" y="719276"/>
            <a:ext cx="1811654" cy="363985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7"/>
          <p:cNvSpPr txBox="1"/>
          <p:nvPr/>
        </p:nvSpPr>
        <p:spPr>
          <a:xfrm>
            <a:off x="2776650" y="123788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986" y="742694"/>
            <a:ext cx="1793332" cy="3658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9580" y="766741"/>
            <a:ext cx="1743318" cy="362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44420" y="728223"/>
            <a:ext cx="1864334" cy="368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8"/>
          <p:cNvSpPr txBox="1"/>
          <p:nvPr/>
        </p:nvSpPr>
        <p:spPr>
          <a:xfrm>
            <a:off x="2784313" y="137438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826" y="492720"/>
            <a:ext cx="1850489" cy="387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0991" y="517730"/>
            <a:ext cx="1807620" cy="3879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0128" y="517734"/>
            <a:ext cx="1771897" cy="38224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9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492" y="400055"/>
            <a:ext cx="2052555" cy="4343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7290" y="259080"/>
            <a:ext cx="2025448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0"/>
          <p:cNvSpPr txBox="1"/>
          <p:nvPr/>
        </p:nvSpPr>
        <p:spPr>
          <a:xfrm>
            <a:off x="325112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2488" y="578356"/>
            <a:ext cx="2299025" cy="41279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descr="blob:https://web.whatsapp.com/d304042e-6dd6-4e70-a279-ed174ca5a9ad" id="318" name="Google Shape;318;p51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19" name="Google Shape;319;p51"/>
          <p:cNvSpPr/>
          <p:nvPr/>
        </p:nvSpPr>
        <p:spPr>
          <a:xfrm>
            <a:off x="307975" y="7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0" name="Google Shape;320;p51"/>
          <p:cNvSpPr/>
          <p:nvPr/>
        </p:nvSpPr>
        <p:spPr>
          <a:xfrm>
            <a:off x="460375" y="160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1" name="Google Shape;321;p51"/>
          <p:cNvSpPr/>
          <p:nvPr/>
        </p:nvSpPr>
        <p:spPr>
          <a:xfrm>
            <a:off x="612775" y="312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2" name="Google Shape;322;p51"/>
          <p:cNvSpPr/>
          <p:nvPr/>
        </p:nvSpPr>
        <p:spPr>
          <a:xfrm>
            <a:off x="765175" y="465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3" name="Google Shape;323;p51"/>
          <p:cNvSpPr/>
          <p:nvPr/>
        </p:nvSpPr>
        <p:spPr>
          <a:xfrm>
            <a:off x="917575" y="6175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4" name="Google Shape;324;p51"/>
          <p:cNvSpPr/>
          <p:nvPr/>
        </p:nvSpPr>
        <p:spPr>
          <a:xfrm>
            <a:off x="1069975" y="7699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5" name="Google Shape;325;p51"/>
          <p:cNvSpPr/>
          <p:nvPr/>
        </p:nvSpPr>
        <p:spPr>
          <a:xfrm>
            <a:off x="1222375" y="9223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6" name="Google Shape;326;p51"/>
          <p:cNvSpPr/>
          <p:nvPr/>
        </p:nvSpPr>
        <p:spPr>
          <a:xfrm>
            <a:off x="1374775" y="10747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7" name="Google Shape;327;p51"/>
          <p:cNvSpPr/>
          <p:nvPr/>
        </p:nvSpPr>
        <p:spPr>
          <a:xfrm>
            <a:off x="1527175" y="1227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blob:https://web.whatsapp.com/d304042e-6dd6-4e70-a279-ed174ca5a9ad" id="328" name="Google Shape;328;p51"/>
          <p:cNvSpPr/>
          <p:nvPr/>
        </p:nvSpPr>
        <p:spPr>
          <a:xfrm>
            <a:off x="1679575" y="13795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368" y="578356"/>
            <a:ext cx="2466456" cy="412799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30" name="Google Shape;330;p51"/>
          <p:cNvSpPr txBox="1"/>
          <p:nvPr/>
        </p:nvSpPr>
        <p:spPr>
          <a:xfrm>
            <a:off x="431369" y="202911"/>
            <a:ext cx="21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 Dashboard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369" y="578356"/>
            <a:ext cx="2201987" cy="41279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32" name="Google Shape;332;p51"/>
          <p:cNvSpPr txBox="1"/>
          <p:nvPr/>
        </p:nvSpPr>
        <p:spPr>
          <a:xfrm>
            <a:off x="3677575" y="81875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909" y="197252"/>
            <a:ext cx="2636669" cy="45815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38" name="Google Shape;33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540" y="166485"/>
            <a:ext cx="2606387" cy="4612293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39" name="Google Shape;339;p52"/>
          <p:cNvSpPr txBox="1"/>
          <p:nvPr/>
        </p:nvSpPr>
        <p:spPr>
          <a:xfrm>
            <a:off x="315385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07750"/>
            <a:ext cx="2234045" cy="41986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45" name="Google Shape;345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0266" y="542475"/>
            <a:ext cx="2073600" cy="41986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46" name="Google Shape;346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34448" y="542475"/>
            <a:ext cx="220342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7" name="Google Shape;347;p53"/>
          <p:cNvSpPr txBox="1"/>
          <p:nvPr/>
        </p:nvSpPr>
        <p:spPr>
          <a:xfrm>
            <a:off x="381117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877" y="308225"/>
            <a:ext cx="2474286" cy="429459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353" name="Google Shape;353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10402" y="373548"/>
            <a:ext cx="2462264" cy="4395357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54" name="Google Shape;354;p54"/>
          <p:cNvSpPr txBox="1"/>
          <p:nvPr/>
        </p:nvSpPr>
        <p:spPr>
          <a:xfrm>
            <a:off x="3397325" y="-881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3213" y="578350"/>
            <a:ext cx="2097583" cy="41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0" name="Google Shape;36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775" y="578350"/>
            <a:ext cx="1937561" cy="41280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1" name="Google Shape;36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673" y="535799"/>
            <a:ext cx="2190675" cy="42131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2" name="Google Shape;362;p55"/>
          <p:cNvSpPr txBox="1"/>
          <p:nvPr/>
        </p:nvSpPr>
        <p:spPr>
          <a:xfrm>
            <a:off x="377652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500" y="568375"/>
            <a:ext cx="2203426" cy="4128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8" name="Google Shape;368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8813" y="542475"/>
            <a:ext cx="224637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9" name="Google Shape;369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100" y="542475"/>
            <a:ext cx="2203425" cy="41798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70" name="Google Shape;370;p56"/>
          <p:cNvSpPr txBox="1"/>
          <p:nvPr/>
        </p:nvSpPr>
        <p:spPr>
          <a:xfrm>
            <a:off x="3710575" y="-659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259" y="335174"/>
            <a:ext cx="2339600" cy="44731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6" name="Google Shape;37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8641" y="335175"/>
            <a:ext cx="2407075" cy="4473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7" name="Google Shape;37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97285" y="335174"/>
            <a:ext cx="2294659" cy="447315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78" name="Google Shape;378;p57"/>
          <p:cNvSpPr txBox="1"/>
          <p:nvPr/>
        </p:nvSpPr>
        <p:spPr>
          <a:xfrm>
            <a:off x="3446800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58"/>
          <p:cNvPicPr preferRelativeResize="0"/>
          <p:nvPr/>
        </p:nvPicPr>
        <p:blipFill rotWithShape="1">
          <a:blip r:embed="rId3">
            <a:alphaModFix/>
          </a:blip>
          <a:srcRect b="5917" l="0" r="0" t="0"/>
          <a:stretch/>
        </p:blipFill>
        <p:spPr>
          <a:xfrm>
            <a:off x="529000" y="403200"/>
            <a:ext cx="2208250" cy="40802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4" name="Google Shape;384;p58"/>
          <p:cNvPicPr preferRelativeResize="0"/>
          <p:nvPr/>
        </p:nvPicPr>
        <p:blipFill rotWithShape="1">
          <a:blip r:embed="rId4">
            <a:alphaModFix/>
          </a:blip>
          <a:srcRect b="7518" l="0" r="0" t="0"/>
          <a:stretch/>
        </p:blipFill>
        <p:spPr>
          <a:xfrm>
            <a:off x="3424275" y="403199"/>
            <a:ext cx="2295450" cy="40802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85" name="Google Shape;385;p58"/>
          <p:cNvPicPr preferRelativeResize="0"/>
          <p:nvPr/>
        </p:nvPicPr>
        <p:blipFill rotWithShape="1">
          <a:blip r:embed="rId5">
            <a:alphaModFix/>
          </a:blip>
          <a:srcRect b="5917" l="0" r="0" t="0"/>
          <a:stretch/>
        </p:blipFill>
        <p:spPr>
          <a:xfrm>
            <a:off x="6406750" y="403200"/>
            <a:ext cx="2106100" cy="40802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86" name="Google Shape;386;p58"/>
          <p:cNvSpPr txBox="1"/>
          <p:nvPr/>
        </p:nvSpPr>
        <p:spPr>
          <a:xfrm>
            <a:off x="529000" y="74711"/>
            <a:ext cx="220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Queue Handler Dashboard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8"/>
          <p:cNvSpPr txBox="1"/>
          <p:nvPr/>
        </p:nvSpPr>
        <p:spPr>
          <a:xfrm>
            <a:off x="3736850" y="-1765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7284" y="516204"/>
            <a:ext cx="2047859" cy="39514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3" name="Google Shape;39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19805" y="516204"/>
            <a:ext cx="2047850" cy="39921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4" name="Google Shape;394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716" y="516204"/>
            <a:ext cx="2055600" cy="39921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395" name="Google Shape;395;p59"/>
          <p:cNvSpPr txBox="1"/>
          <p:nvPr/>
        </p:nvSpPr>
        <p:spPr>
          <a:xfrm>
            <a:off x="6267236" y="205481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Alternative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59"/>
          <p:cNvSpPr txBox="1"/>
          <p:nvPr/>
        </p:nvSpPr>
        <p:spPr>
          <a:xfrm>
            <a:off x="3651675" y="0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 txBox="1"/>
          <p:nvPr/>
        </p:nvSpPr>
        <p:spPr>
          <a:xfrm>
            <a:off x="1263900" y="2202300"/>
            <a:ext cx="661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SIMRAN HAFEEZ’S SCREENS</a:t>
            </a:r>
            <a:b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(REACT NATIVE)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92078d71-d734-40db-950b-710280ad0c05" id="406" name="Google Shape;406;p61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92078d71-d734-40db-950b-710280ad0c05" id="407" name="Google Shape;407;p61"/>
          <p:cNvSpPr/>
          <p:nvPr/>
        </p:nvSpPr>
        <p:spPr>
          <a:xfrm>
            <a:off x="307975" y="5953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AppData\Local\Temp\{11179D95-08E3-46B8-AE3F-730656032155}.tmp" id="408" name="Google Shape;408;p61"/>
          <p:cNvPicPr preferRelativeResize="0"/>
          <p:nvPr/>
        </p:nvPicPr>
        <p:blipFill rotWithShape="1">
          <a:blip r:embed="rId3">
            <a:alphaModFix/>
          </a:blip>
          <a:srcRect b="10265" l="0" r="0" t="4967"/>
          <a:stretch/>
        </p:blipFill>
        <p:spPr>
          <a:xfrm>
            <a:off x="612775" y="573528"/>
            <a:ext cx="2361053" cy="3780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ownloads\WhatsApp Image 2026-02-19 at 10.38.53 PM.jpeg" id="409" name="Google Shape;409;p61"/>
          <p:cNvPicPr preferRelativeResize="0"/>
          <p:nvPr/>
        </p:nvPicPr>
        <p:blipFill rotWithShape="1">
          <a:blip r:embed="rId4">
            <a:alphaModFix/>
          </a:blip>
          <a:srcRect b="6091" l="0" r="0" t="5240"/>
          <a:stretch/>
        </p:blipFill>
        <p:spPr>
          <a:xfrm>
            <a:off x="3275856" y="768927"/>
            <a:ext cx="2361600" cy="3585022"/>
          </a:xfrm>
          <a:prstGeom prst="rect">
            <a:avLst/>
          </a:prstGeom>
          <a:noFill/>
          <a:ln>
            <a:noFill/>
          </a:ln>
        </p:spPr>
      </p:pic>
      <p:sp>
        <p:nvSpPr>
          <p:cNvPr descr="blob:https://web.whatsapp.com/13cfe1c6-ae48-4000-83b3-1b079cd994e4" id="410" name="Google Shape;410;p61"/>
          <p:cNvSpPr/>
          <p:nvPr/>
        </p:nvSpPr>
        <p:spPr>
          <a:xfrm>
            <a:off x="460375" y="120253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ownloads\WhatsApp Image 2026-02-19 at 10.36.07 PM (1).jpeg" id="411" name="Google Shape;411;p61"/>
          <p:cNvPicPr preferRelativeResize="0"/>
          <p:nvPr/>
        </p:nvPicPr>
        <p:blipFill rotWithShape="1">
          <a:blip r:embed="rId5">
            <a:alphaModFix/>
          </a:blip>
          <a:srcRect b="10265" l="0" r="0" t="5246"/>
          <a:stretch/>
        </p:blipFill>
        <p:spPr>
          <a:xfrm>
            <a:off x="6084168" y="768927"/>
            <a:ext cx="2393999" cy="3531016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61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WhatsApp Image 2026-02-20 at 1.30.39 PM.jpeg" id="417" name="Google Shape;417;p62"/>
          <p:cNvPicPr preferRelativeResize="0"/>
          <p:nvPr/>
        </p:nvPicPr>
        <p:blipFill rotWithShape="1">
          <a:blip r:embed="rId3">
            <a:alphaModFix/>
          </a:blip>
          <a:srcRect b="10375" l="0" r="0" t="4857"/>
          <a:stretch/>
        </p:blipFill>
        <p:spPr>
          <a:xfrm>
            <a:off x="4572000" y="534525"/>
            <a:ext cx="2408401" cy="407445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18" name="Google Shape;418;p62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19" name="Google Shape;419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9825" y="534525"/>
            <a:ext cx="2218600" cy="407445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3"/>
          <p:cNvSpPr txBox="1"/>
          <p:nvPr/>
        </p:nvSpPr>
        <p:spPr>
          <a:xfrm>
            <a:off x="706581" y="179243"/>
            <a:ext cx="23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 Dashboard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esktop\2.jpeg" id="426" name="Google Shape;426;p63"/>
          <p:cNvPicPr preferRelativeResize="0"/>
          <p:nvPr/>
        </p:nvPicPr>
        <p:blipFill rotWithShape="1">
          <a:blip r:embed="rId3">
            <a:alphaModFix/>
          </a:blip>
          <a:srcRect b="21848" l="0" r="0" t="18571"/>
          <a:stretch/>
        </p:blipFill>
        <p:spPr>
          <a:xfrm>
            <a:off x="434965" y="2512639"/>
            <a:ext cx="2393999" cy="12834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.jpeg" id="427" name="Google Shape;427;p63"/>
          <p:cNvPicPr preferRelativeResize="0"/>
          <p:nvPr/>
        </p:nvPicPr>
        <p:blipFill rotWithShape="1">
          <a:blip r:embed="rId4">
            <a:alphaModFix/>
          </a:blip>
          <a:srcRect b="27596" l="0" r="0" t="12097"/>
          <a:stretch/>
        </p:blipFill>
        <p:spPr>
          <a:xfrm>
            <a:off x="448161" y="519522"/>
            <a:ext cx="2393999" cy="19792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task individual.jpeg" id="428" name="Google Shape;428;p63"/>
          <p:cNvPicPr preferRelativeResize="0"/>
          <p:nvPr/>
        </p:nvPicPr>
        <p:blipFill rotWithShape="1">
          <a:blip r:embed="rId5">
            <a:alphaModFix/>
          </a:blip>
          <a:srcRect b="6425" l="0" r="0" t="11303"/>
          <a:stretch/>
        </p:blipFill>
        <p:spPr>
          <a:xfrm>
            <a:off x="3275856" y="519522"/>
            <a:ext cx="2397600" cy="3606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task grp.jpeg" id="429" name="Google Shape;429;p63"/>
          <p:cNvPicPr preferRelativeResize="0"/>
          <p:nvPr/>
        </p:nvPicPr>
        <p:blipFill rotWithShape="1">
          <a:blip r:embed="rId6">
            <a:alphaModFix/>
          </a:blip>
          <a:srcRect b="6396" l="0" r="0" t="12117"/>
          <a:stretch/>
        </p:blipFill>
        <p:spPr>
          <a:xfrm>
            <a:off x="6012160" y="519522"/>
            <a:ext cx="2393999" cy="32765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430" name="Google Shape;430;p63"/>
          <p:cNvPicPr preferRelativeResize="0"/>
          <p:nvPr/>
        </p:nvPicPr>
        <p:blipFill rotWithShape="1">
          <a:blip r:embed="rId7">
            <a:alphaModFix/>
          </a:blip>
          <a:srcRect b="10820" l="0" r="0" t="81144"/>
          <a:stretch/>
        </p:blipFill>
        <p:spPr>
          <a:xfrm>
            <a:off x="6038924" y="3796122"/>
            <a:ext cx="2367237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431" name="Google Shape;431;p63"/>
          <p:cNvPicPr preferRelativeResize="0"/>
          <p:nvPr/>
        </p:nvPicPr>
        <p:blipFill rotWithShape="1">
          <a:blip r:embed="rId7">
            <a:alphaModFix/>
          </a:blip>
          <a:srcRect b="10820" l="0" r="0" t="81144"/>
          <a:stretch/>
        </p:blipFill>
        <p:spPr>
          <a:xfrm>
            <a:off x="3275856" y="3941973"/>
            <a:ext cx="2397600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432" name="Google Shape;432;p63"/>
          <p:cNvPicPr preferRelativeResize="0"/>
          <p:nvPr/>
        </p:nvPicPr>
        <p:blipFill rotWithShape="1">
          <a:blip r:embed="rId7">
            <a:alphaModFix/>
          </a:blip>
          <a:srcRect b="10820" l="0" r="0" t="81144"/>
          <a:stretch/>
        </p:blipFill>
        <p:spPr>
          <a:xfrm>
            <a:off x="448161" y="3808911"/>
            <a:ext cx="2397600" cy="35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fa96d74d-2c87-4aa5-a28e-db7eabdac1a6" id="437" name="Google Shape;437;p64"/>
          <p:cNvSpPr/>
          <p:nvPr/>
        </p:nvSpPr>
        <p:spPr>
          <a:xfrm>
            <a:off x="155575" y="-108347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fa96d74d-2c87-4aa5-a28e-db7eabdac1a6" id="438" name="Google Shape;438;p64"/>
          <p:cNvSpPr/>
          <p:nvPr/>
        </p:nvSpPr>
        <p:spPr>
          <a:xfrm>
            <a:off x="307975" y="5953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esktop\meetongs.jpeg" id="439" name="Google Shape;439;p64"/>
          <p:cNvPicPr preferRelativeResize="0"/>
          <p:nvPr/>
        </p:nvPicPr>
        <p:blipFill rotWithShape="1">
          <a:blip r:embed="rId3">
            <a:alphaModFix/>
          </a:blip>
          <a:srcRect b="10237" l="0" r="0" t="4944"/>
          <a:stretch/>
        </p:blipFill>
        <p:spPr>
          <a:xfrm>
            <a:off x="6012160" y="633845"/>
            <a:ext cx="2592288" cy="39477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440" name="Google Shape;440;p64"/>
          <p:cNvPicPr preferRelativeResize="0"/>
          <p:nvPr/>
        </p:nvPicPr>
        <p:blipFill rotWithShape="1">
          <a:blip r:embed="rId4">
            <a:alphaModFix/>
          </a:blip>
          <a:srcRect b="10820" l="0" r="0" t="4512"/>
          <a:stretch/>
        </p:blipFill>
        <p:spPr>
          <a:xfrm>
            <a:off x="317963" y="428513"/>
            <a:ext cx="2572008" cy="4153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details.jpeg" id="441" name="Google Shape;441;p64"/>
          <p:cNvPicPr preferRelativeResize="0"/>
          <p:nvPr/>
        </p:nvPicPr>
        <p:blipFill rotWithShape="1">
          <a:blip r:embed="rId5">
            <a:alphaModFix/>
          </a:blip>
          <a:srcRect b="10486" l="0" r="0" t="4947"/>
          <a:stretch/>
        </p:blipFill>
        <p:spPr>
          <a:xfrm>
            <a:off x="3203848" y="633845"/>
            <a:ext cx="2448272" cy="39477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profie.jpeg" id="446" name="Google Shape;446;p65"/>
          <p:cNvPicPr preferRelativeResize="0"/>
          <p:nvPr/>
        </p:nvPicPr>
        <p:blipFill rotWithShape="1">
          <a:blip r:embed="rId3">
            <a:alphaModFix/>
          </a:blip>
          <a:srcRect b="7223" l="0" r="0" t="4257"/>
          <a:stretch/>
        </p:blipFill>
        <p:spPr>
          <a:xfrm>
            <a:off x="2771800" y="681261"/>
            <a:ext cx="2411257" cy="3824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d304042e-6dd6-4e70-a279-ed174ca5a9ad" id="451" name="Google Shape;451;p66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2" name="Google Shape;452;p66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3" name="Google Shape;453;p66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4" name="Google Shape;454;p66"/>
          <p:cNvSpPr/>
          <p:nvPr/>
        </p:nvSpPr>
        <p:spPr>
          <a:xfrm>
            <a:off x="612775" y="312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5" name="Google Shape;455;p66"/>
          <p:cNvSpPr/>
          <p:nvPr/>
        </p:nvSpPr>
        <p:spPr>
          <a:xfrm>
            <a:off x="765175" y="4651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6" name="Google Shape;456;p66"/>
          <p:cNvSpPr/>
          <p:nvPr/>
        </p:nvSpPr>
        <p:spPr>
          <a:xfrm>
            <a:off x="917575" y="617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7" name="Google Shape;457;p66"/>
          <p:cNvSpPr/>
          <p:nvPr/>
        </p:nvSpPr>
        <p:spPr>
          <a:xfrm>
            <a:off x="1069975" y="769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8" name="Google Shape;458;p66"/>
          <p:cNvSpPr/>
          <p:nvPr/>
        </p:nvSpPr>
        <p:spPr>
          <a:xfrm>
            <a:off x="1222375" y="922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59" name="Google Shape;459;p66"/>
          <p:cNvSpPr/>
          <p:nvPr/>
        </p:nvSpPr>
        <p:spPr>
          <a:xfrm>
            <a:off x="1374775" y="1074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60" name="Google Shape;460;p66"/>
          <p:cNvSpPr/>
          <p:nvPr/>
        </p:nvSpPr>
        <p:spPr>
          <a:xfrm>
            <a:off x="1527175" y="1227137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d304042e-6dd6-4e70-a279-ed174ca5a9ad" id="461" name="Google Shape;461;p66"/>
          <p:cNvSpPr/>
          <p:nvPr/>
        </p:nvSpPr>
        <p:spPr>
          <a:xfrm>
            <a:off x="1679575" y="13795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66"/>
          <p:cNvSpPr txBox="1"/>
          <p:nvPr/>
        </p:nvSpPr>
        <p:spPr>
          <a:xfrm>
            <a:off x="430123" y="127883"/>
            <a:ext cx="219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Supervisor Dashboard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esktop\sup1.jpeg" id="463" name="Google Shape;463;p66"/>
          <p:cNvPicPr preferRelativeResize="0"/>
          <p:nvPr/>
        </p:nvPicPr>
        <p:blipFill rotWithShape="1">
          <a:blip r:embed="rId3">
            <a:alphaModFix/>
          </a:blip>
          <a:srcRect b="10353" l="0" r="0" t="10369"/>
          <a:stretch/>
        </p:blipFill>
        <p:spPr>
          <a:xfrm>
            <a:off x="482297" y="922338"/>
            <a:ext cx="2089757" cy="2135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supervisor.jpeg" id="464" name="Google Shape;464;p66"/>
          <p:cNvPicPr preferRelativeResize="0"/>
          <p:nvPr/>
        </p:nvPicPr>
        <p:blipFill rotWithShape="1">
          <a:blip r:embed="rId4">
            <a:alphaModFix/>
          </a:blip>
          <a:srcRect b="11684" l="0" r="0" t="42780"/>
          <a:stretch/>
        </p:blipFill>
        <p:spPr>
          <a:xfrm>
            <a:off x="470971" y="3057803"/>
            <a:ext cx="2089757" cy="1295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465" name="Google Shape;465;p66"/>
          <p:cNvPicPr preferRelativeResize="0"/>
          <p:nvPr/>
        </p:nvPicPr>
        <p:blipFill rotWithShape="1">
          <a:blip r:embed="rId5">
            <a:alphaModFix/>
          </a:blip>
          <a:srcRect b="10820" l="0" r="0" t="81144"/>
          <a:stretch/>
        </p:blipFill>
        <p:spPr>
          <a:xfrm>
            <a:off x="430123" y="4398165"/>
            <a:ext cx="2194104" cy="394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grp1.jpeg" id="466" name="Google Shape;466;p66"/>
          <p:cNvPicPr preferRelativeResize="0"/>
          <p:nvPr/>
        </p:nvPicPr>
        <p:blipFill rotWithShape="1">
          <a:blip r:embed="rId6">
            <a:alphaModFix/>
          </a:blip>
          <a:srcRect b="14684" l="0" r="0" t="5551"/>
          <a:stretch/>
        </p:blipFill>
        <p:spPr>
          <a:xfrm>
            <a:off x="3275855" y="769936"/>
            <a:ext cx="2411257" cy="3583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grpdetaisl.jpeg" id="467" name="Google Shape;467;p66"/>
          <p:cNvPicPr preferRelativeResize="0"/>
          <p:nvPr/>
        </p:nvPicPr>
        <p:blipFill rotWithShape="1">
          <a:blip r:embed="rId7">
            <a:alphaModFix/>
          </a:blip>
          <a:srcRect b="12599" l="0" r="0" t="79704"/>
          <a:stretch/>
        </p:blipFill>
        <p:spPr>
          <a:xfrm>
            <a:off x="3275856" y="4353791"/>
            <a:ext cx="2411257" cy="3241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assigntask.jpeg" id="468" name="Google Shape;468;p66"/>
          <p:cNvPicPr preferRelativeResize="0"/>
          <p:nvPr/>
        </p:nvPicPr>
        <p:blipFill rotWithShape="1">
          <a:blip r:embed="rId8">
            <a:alphaModFix/>
          </a:blip>
          <a:srcRect b="20263" l="0" r="0" t="11829"/>
          <a:stretch/>
        </p:blipFill>
        <p:spPr>
          <a:xfrm>
            <a:off x="6156176" y="922339"/>
            <a:ext cx="2089757" cy="2683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asntask.jpeg" id="469" name="Google Shape;469;p66"/>
          <p:cNvPicPr preferRelativeResize="0"/>
          <p:nvPr/>
        </p:nvPicPr>
        <p:blipFill rotWithShape="1">
          <a:blip r:embed="rId9">
            <a:alphaModFix/>
          </a:blip>
          <a:srcRect b="13173" l="0" r="0" t="53356"/>
          <a:stretch/>
        </p:blipFill>
        <p:spPr>
          <a:xfrm>
            <a:off x="6165870" y="3605646"/>
            <a:ext cx="2089757" cy="1072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taskAindi.jpeg" id="474" name="Google Shape;474;p67"/>
          <p:cNvPicPr preferRelativeResize="0"/>
          <p:nvPr/>
        </p:nvPicPr>
        <p:blipFill rotWithShape="1">
          <a:blip r:embed="rId3">
            <a:alphaModFix/>
          </a:blip>
          <a:srcRect b="15986" l="0" r="0" t="4635"/>
          <a:stretch/>
        </p:blipFill>
        <p:spPr>
          <a:xfrm>
            <a:off x="179512" y="197252"/>
            <a:ext cx="2572008" cy="343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TaskAin.jpeg" id="475" name="Google Shape;475;p67"/>
          <p:cNvPicPr preferRelativeResize="0"/>
          <p:nvPr/>
        </p:nvPicPr>
        <p:blipFill rotWithShape="1">
          <a:blip r:embed="rId4">
            <a:alphaModFix/>
          </a:blip>
          <a:srcRect b="10800" l="0" r="0" t="63810"/>
          <a:stretch/>
        </p:blipFill>
        <p:spPr>
          <a:xfrm>
            <a:off x="179512" y="3628502"/>
            <a:ext cx="2572008" cy="10494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attendence.jpeg" id="476" name="Google Shape;476;p67"/>
          <p:cNvPicPr preferRelativeResize="0"/>
          <p:nvPr/>
        </p:nvPicPr>
        <p:blipFill rotWithShape="1">
          <a:blip r:embed="rId5">
            <a:alphaModFix/>
          </a:blip>
          <a:srcRect b="28515" l="0" r="0" t="4751"/>
          <a:stretch/>
        </p:blipFill>
        <p:spPr>
          <a:xfrm>
            <a:off x="3131840" y="197252"/>
            <a:ext cx="2572008" cy="2421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attendencee.jpeg" id="477" name="Google Shape;477;p67"/>
          <p:cNvPicPr preferRelativeResize="0"/>
          <p:nvPr/>
        </p:nvPicPr>
        <p:blipFill rotWithShape="1">
          <a:blip r:embed="rId6">
            <a:alphaModFix/>
          </a:blip>
          <a:srcRect b="11011" l="0" r="0" t="46847"/>
          <a:stretch/>
        </p:blipFill>
        <p:spPr>
          <a:xfrm>
            <a:off x="3131840" y="2618334"/>
            <a:ext cx="2572008" cy="20596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groupattendence.jpeg" id="478" name="Google Shape;478;p67"/>
          <p:cNvPicPr preferRelativeResize="0"/>
          <p:nvPr/>
        </p:nvPicPr>
        <p:blipFill rotWithShape="1">
          <a:blip r:embed="rId7">
            <a:alphaModFix/>
          </a:blip>
          <a:srcRect b="10607" l="0" r="0" t="4467"/>
          <a:stretch/>
        </p:blipFill>
        <p:spPr>
          <a:xfrm>
            <a:off x="6156176" y="411510"/>
            <a:ext cx="2411257" cy="42664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schedulemeeting.jpeg" id="483" name="Google Shape;483;p68"/>
          <p:cNvPicPr preferRelativeResize="0"/>
          <p:nvPr/>
        </p:nvPicPr>
        <p:blipFill rotWithShape="1">
          <a:blip r:embed="rId3">
            <a:alphaModFix/>
          </a:blip>
          <a:srcRect b="16616" l="0" r="0" t="11140"/>
          <a:stretch/>
        </p:blipFill>
        <p:spPr>
          <a:xfrm>
            <a:off x="669219" y="633844"/>
            <a:ext cx="2411257" cy="23699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schemeeting.jpeg" id="484" name="Google Shape;484;p68"/>
          <p:cNvPicPr preferRelativeResize="0"/>
          <p:nvPr/>
        </p:nvPicPr>
        <p:blipFill rotWithShape="1">
          <a:blip r:embed="rId4">
            <a:alphaModFix/>
          </a:blip>
          <a:srcRect b="10684" l="0" r="0" t="30154"/>
          <a:stretch/>
        </p:blipFill>
        <p:spPr>
          <a:xfrm>
            <a:off x="669219" y="3003798"/>
            <a:ext cx="2411257" cy="1681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editmeeting.jpeg" id="485" name="Google Shape;485;p68"/>
          <p:cNvPicPr preferRelativeResize="0"/>
          <p:nvPr/>
        </p:nvPicPr>
        <p:blipFill rotWithShape="1">
          <a:blip r:embed="rId5">
            <a:alphaModFix/>
          </a:blip>
          <a:srcRect b="10229" l="0" r="0" t="11265"/>
          <a:stretch/>
        </p:blipFill>
        <p:spPr>
          <a:xfrm>
            <a:off x="3419872" y="633845"/>
            <a:ext cx="1808442" cy="4051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0.jpeg" id="486" name="Google Shape;486;p68"/>
          <p:cNvPicPr preferRelativeResize="0"/>
          <p:nvPr/>
        </p:nvPicPr>
        <p:blipFill rotWithShape="1">
          <a:blip r:embed="rId6">
            <a:alphaModFix/>
          </a:blip>
          <a:srcRect b="14863" l="0" r="0" t="11774"/>
          <a:stretch/>
        </p:blipFill>
        <p:spPr>
          <a:xfrm>
            <a:off x="6084168" y="624679"/>
            <a:ext cx="2572008" cy="3666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487" name="Google Shape;487;p68"/>
          <p:cNvPicPr preferRelativeResize="0"/>
          <p:nvPr/>
        </p:nvPicPr>
        <p:blipFill rotWithShape="1">
          <a:blip r:embed="rId7">
            <a:alphaModFix/>
          </a:blip>
          <a:srcRect b="10820" l="0" r="0" t="81144"/>
          <a:stretch/>
        </p:blipFill>
        <p:spPr>
          <a:xfrm>
            <a:off x="6084168" y="4191930"/>
            <a:ext cx="2572008" cy="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8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11.jpeg" id="493" name="Google Shape;493;p69"/>
          <p:cNvPicPr preferRelativeResize="0"/>
          <p:nvPr/>
        </p:nvPicPr>
        <p:blipFill rotWithShape="1">
          <a:blip r:embed="rId3">
            <a:alphaModFix/>
          </a:blip>
          <a:srcRect b="10398" l="0" r="0" t="10706"/>
          <a:stretch/>
        </p:blipFill>
        <p:spPr>
          <a:xfrm>
            <a:off x="251520" y="249492"/>
            <a:ext cx="2716024" cy="4294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2.jpeg" id="494" name="Google Shape;494;p69"/>
          <p:cNvPicPr preferRelativeResize="0"/>
          <p:nvPr/>
        </p:nvPicPr>
        <p:blipFill rotWithShape="1">
          <a:blip r:embed="rId4">
            <a:alphaModFix/>
          </a:blip>
          <a:srcRect b="33446" l="0" r="0" t="11133"/>
          <a:stretch/>
        </p:blipFill>
        <p:spPr>
          <a:xfrm>
            <a:off x="6300192" y="366435"/>
            <a:ext cx="2411257" cy="224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3.jpeg" id="495" name="Google Shape;495;p69"/>
          <p:cNvPicPr preferRelativeResize="0"/>
          <p:nvPr/>
        </p:nvPicPr>
        <p:blipFill rotWithShape="1">
          <a:blip r:embed="rId5">
            <a:alphaModFix/>
          </a:blip>
          <a:srcRect b="10661" l="0" r="0" t="44256"/>
          <a:stretch/>
        </p:blipFill>
        <p:spPr>
          <a:xfrm>
            <a:off x="6300192" y="2610872"/>
            <a:ext cx="2412001" cy="2147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70"/>
          <p:cNvPicPr preferRelativeResize="0"/>
          <p:nvPr/>
        </p:nvPicPr>
        <p:blipFill rotWithShape="1">
          <a:blip r:embed="rId3">
            <a:alphaModFix/>
          </a:blip>
          <a:srcRect b="15761" l="0" r="0" t="0"/>
          <a:stretch/>
        </p:blipFill>
        <p:spPr>
          <a:xfrm>
            <a:off x="5292080" y="566548"/>
            <a:ext cx="2592288" cy="405095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:\Users\hp\Desktop\15.jpeg" id="501" name="Google Shape;501;p70"/>
          <p:cNvPicPr preferRelativeResize="0"/>
          <p:nvPr/>
        </p:nvPicPr>
        <p:blipFill rotWithShape="1">
          <a:blip r:embed="rId4">
            <a:alphaModFix/>
          </a:blip>
          <a:srcRect b="10821" l="0" r="0" t="11658"/>
          <a:stretch/>
        </p:blipFill>
        <p:spPr>
          <a:xfrm>
            <a:off x="755576" y="357505"/>
            <a:ext cx="2592288" cy="27543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4.jpeg" id="502" name="Google Shape;502;p70"/>
          <p:cNvPicPr preferRelativeResize="0"/>
          <p:nvPr/>
        </p:nvPicPr>
        <p:blipFill rotWithShape="1">
          <a:blip r:embed="rId5">
            <a:alphaModFix/>
          </a:blip>
          <a:srcRect b="10699" l="0" r="0" t="53564"/>
          <a:stretch/>
        </p:blipFill>
        <p:spPr>
          <a:xfrm>
            <a:off x="755575" y="3111810"/>
            <a:ext cx="2592289" cy="1512166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70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8420f976-4980-4b23-90fd-25dc7201e98a" id="508" name="Google Shape;508;p71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8420f976-4980-4b23-90fd-25dc7201e98a" id="509" name="Google Shape;509;p71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8420f976-4980-4b23-90fd-25dc7201e98a" id="510" name="Google Shape;510;p71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esktop\16.jpeg" id="511" name="Google Shape;511;p71"/>
          <p:cNvPicPr preferRelativeResize="0"/>
          <p:nvPr/>
        </p:nvPicPr>
        <p:blipFill rotWithShape="1">
          <a:blip r:embed="rId3">
            <a:alphaModFix/>
          </a:blip>
          <a:srcRect b="20769" l="0" r="0" t="10638"/>
          <a:stretch/>
        </p:blipFill>
        <p:spPr>
          <a:xfrm>
            <a:off x="612775" y="470467"/>
            <a:ext cx="2375050" cy="25927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7.jpeg" id="512" name="Google Shape;512;p71"/>
          <p:cNvPicPr preferRelativeResize="0"/>
          <p:nvPr/>
        </p:nvPicPr>
        <p:blipFill rotWithShape="1">
          <a:blip r:embed="rId4">
            <a:alphaModFix/>
          </a:blip>
          <a:srcRect b="10232" l="0" r="0" t="61908"/>
          <a:stretch/>
        </p:blipFill>
        <p:spPr>
          <a:xfrm>
            <a:off x="610158" y="3074348"/>
            <a:ext cx="2375999" cy="11118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13" name="Google Shape;513;p71"/>
          <p:cNvPicPr preferRelativeResize="0"/>
          <p:nvPr/>
        </p:nvPicPr>
        <p:blipFill rotWithShape="1">
          <a:blip r:embed="rId5">
            <a:alphaModFix/>
          </a:blip>
          <a:srcRect b="10820" l="0" r="0" t="81144"/>
          <a:stretch/>
        </p:blipFill>
        <p:spPr>
          <a:xfrm>
            <a:off x="612775" y="4154413"/>
            <a:ext cx="2375999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19.jpeg" id="514" name="Google Shape;514;p71"/>
          <p:cNvPicPr preferRelativeResize="0"/>
          <p:nvPr/>
        </p:nvPicPr>
        <p:blipFill rotWithShape="1">
          <a:blip r:embed="rId6">
            <a:alphaModFix/>
          </a:blip>
          <a:srcRect b="17954" l="0" r="0" t="11746"/>
          <a:stretch/>
        </p:blipFill>
        <p:spPr>
          <a:xfrm>
            <a:off x="3262179" y="470467"/>
            <a:ext cx="2411257" cy="3683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15" name="Google Shape;515;p71"/>
          <p:cNvPicPr preferRelativeResize="0"/>
          <p:nvPr/>
        </p:nvPicPr>
        <p:blipFill rotWithShape="1">
          <a:blip r:embed="rId5">
            <a:alphaModFix/>
          </a:blip>
          <a:srcRect b="10820" l="0" r="0" t="81144"/>
          <a:stretch/>
        </p:blipFill>
        <p:spPr>
          <a:xfrm>
            <a:off x="3262179" y="4154412"/>
            <a:ext cx="2375999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0.jpeg" id="516" name="Google Shape;516;p71"/>
          <p:cNvPicPr preferRelativeResize="0"/>
          <p:nvPr/>
        </p:nvPicPr>
        <p:blipFill rotWithShape="1">
          <a:blip r:embed="rId7">
            <a:alphaModFix/>
          </a:blip>
          <a:srcRect b="29653" l="0" r="0" t="4681"/>
          <a:stretch/>
        </p:blipFill>
        <p:spPr>
          <a:xfrm>
            <a:off x="5940152" y="465139"/>
            <a:ext cx="2250507" cy="24820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1.jpeg" id="517" name="Google Shape;517;p71"/>
          <p:cNvPicPr preferRelativeResize="0"/>
          <p:nvPr/>
        </p:nvPicPr>
        <p:blipFill rotWithShape="1">
          <a:blip r:embed="rId8">
            <a:alphaModFix/>
          </a:blip>
          <a:srcRect b="19324" l="0" r="0" t="47844"/>
          <a:stretch/>
        </p:blipFill>
        <p:spPr>
          <a:xfrm>
            <a:off x="5949961" y="2952400"/>
            <a:ext cx="2250507" cy="12410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18" name="Google Shape;518;p71"/>
          <p:cNvPicPr preferRelativeResize="0"/>
          <p:nvPr/>
        </p:nvPicPr>
        <p:blipFill rotWithShape="1">
          <a:blip r:embed="rId5">
            <a:alphaModFix/>
          </a:blip>
          <a:srcRect b="10820" l="0" r="0" t="81144"/>
          <a:stretch/>
        </p:blipFill>
        <p:spPr>
          <a:xfrm>
            <a:off x="5915041" y="4212009"/>
            <a:ext cx="2375999" cy="493168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71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22.jpeg" id="525" name="Google Shape;525;p72"/>
          <p:cNvPicPr preferRelativeResize="0"/>
          <p:nvPr/>
        </p:nvPicPr>
        <p:blipFill rotWithShape="1">
          <a:blip r:embed="rId3">
            <a:alphaModFix/>
          </a:blip>
          <a:srcRect b="10781" l="0" r="0" t="4458"/>
          <a:stretch/>
        </p:blipFill>
        <p:spPr>
          <a:xfrm>
            <a:off x="467544" y="332510"/>
            <a:ext cx="2448272" cy="37151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26" name="Google Shape;526;p72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467544" y="4047659"/>
            <a:ext cx="2375999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3.jpeg" id="527" name="Google Shape;527;p72"/>
          <p:cNvPicPr preferRelativeResize="0"/>
          <p:nvPr/>
        </p:nvPicPr>
        <p:blipFill rotWithShape="1">
          <a:blip r:embed="rId5">
            <a:alphaModFix/>
          </a:blip>
          <a:srcRect b="10901" l="0" r="0" t="4979"/>
          <a:stretch/>
        </p:blipFill>
        <p:spPr>
          <a:xfrm>
            <a:off x="3203848" y="332510"/>
            <a:ext cx="2250507" cy="31096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4.jpeg" id="528" name="Google Shape;528;p72"/>
          <p:cNvPicPr preferRelativeResize="0"/>
          <p:nvPr/>
        </p:nvPicPr>
        <p:blipFill rotWithShape="1">
          <a:blip r:embed="rId6">
            <a:alphaModFix/>
          </a:blip>
          <a:srcRect b="11249" l="0" r="0" t="71432"/>
          <a:stretch/>
        </p:blipFill>
        <p:spPr>
          <a:xfrm>
            <a:off x="3203849" y="3445279"/>
            <a:ext cx="2250507" cy="6546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29" name="Google Shape;529;p72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3203848" y="4099907"/>
            <a:ext cx="2250507" cy="493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5.jpeg" id="530" name="Google Shape;530;p72"/>
          <p:cNvPicPr preferRelativeResize="0"/>
          <p:nvPr/>
        </p:nvPicPr>
        <p:blipFill rotWithShape="1">
          <a:blip r:embed="rId7">
            <a:alphaModFix/>
          </a:blip>
          <a:srcRect b="22922" l="0" r="0" t="11379"/>
          <a:stretch/>
        </p:blipFill>
        <p:spPr>
          <a:xfrm>
            <a:off x="5868144" y="332510"/>
            <a:ext cx="2250507" cy="2540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6.jpeg" id="531" name="Google Shape;531;p72"/>
          <p:cNvPicPr preferRelativeResize="0"/>
          <p:nvPr/>
        </p:nvPicPr>
        <p:blipFill rotWithShape="1">
          <a:blip r:embed="rId8">
            <a:alphaModFix/>
          </a:blip>
          <a:srcRect b="10591" l="0" r="0" t="52024"/>
          <a:stretch/>
        </p:blipFill>
        <p:spPr>
          <a:xfrm>
            <a:off x="5878310" y="2873299"/>
            <a:ext cx="2250507" cy="1667529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72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73"/>
          <p:cNvPicPr preferRelativeResize="0"/>
          <p:nvPr/>
        </p:nvPicPr>
        <p:blipFill rotWithShape="1">
          <a:blip r:embed="rId3">
            <a:alphaModFix/>
          </a:blip>
          <a:srcRect b="10442" l="0" r="0" t="0"/>
          <a:stretch/>
        </p:blipFill>
        <p:spPr>
          <a:xfrm>
            <a:off x="2977888" y="318136"/>
            <a:ext cx="2244425" cy="402459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C:\Users\hp\Desktop\28.jpeg" id="538" name="Google Shape;538;p73"/>
          <p:cNvPicPr preferRelativeResize="0"/>
          <p:nvPr/>
        </p:nvPicPr>
        <p:blipFill rotWithShape="1">
          <a:blip r:embed="rId4">
            <a:alphaModFix/>
          </a:blip>
          <a:srcRect b="10698" l="0" r="0" t="46143"/>
          <a:stretch/>
        </p:blipFill>
        <p:spPr>
          <a:xfrm>
            <a:off x="323528" y="3051910"/>
            <a:ext cx="2250507" cy="14381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8.jpeg" id="539" name="Google Shape;539;p73"/>
          <p:cNvPicPr preferRelativeResize="0"/>
          <p:nvPr/>
        </p:nvPicPr>
        <p:blipFill rotWithShape="1">
          <a:blip r:embed="rId5">
            <a:alphaModFix/>
          </a:blip>
          <a:srcRect b="29395" l="0" r="0" t="11777"/>
          <a:stretch/>
        </p:blipFill>
        <p:spPr>
          <a:xfrm>
            <a:off x="356708" y="257155"/>
            <a:ext cx="2250507" cy="2763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29.jpeg" id="540" name="Google Shape;540;p73"/>
          <p:cNvPicPr preferRelativeResize="0"/>
          <p:nvPr/>
        </p:nvPicPr>
        <p:blipFill rotWithShape="1">
          <a:blip r:embed="rId6">
            <a:alphaModFix/>
          </a:blip>
          <a:srcRect b="11390" l="0" r="0" t="5039"/>
          <a:stretch/>
        </p:blipFill>
        <p:spPr>
          <a:xfrm>
            <a:off x="5652120" y="257155"/>
            <a:ext cx="2250507" cy="2763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30.jpeg" id="541" name="Google Shape;541;p73"/>
          <p:cNvPicPr preferRelativeResize="0"/>
          <p:nvPr/>
        </p:nvPicPr>
        <p:blipFill rotWithShape="1">
          <a:blip r:embed="rId7">
            <a:alphaModFix/>
          </a:blip>
          <a:srcRect b="12954" l="0" r="0" t="44006"/>
          <a:stretch/>
        </p:blipFill>
        <p:spPr>
          <a:xfrm>
            <a:off x="5652117" y="3020737"/>
            <a:ext cx="2250507" cy="1117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42" name="Google Shape;542;p73"/>
          <p:cNvPicPr preferRelativeResize="0"/>
          <p:nvPr/>
        </p:nvPicPr>
        <p:blipFill rotWithShape="1">
          <a:blip r:embed="rId8">
            <a:alphaModFix/>
          </a:blip>
          <a:srcRect b="10820" l="0" r="0" t="81144"/>
          <a:stretch/>
        </p:blipFill>
        <p:spPr>
          <a:xfrm>
            <a:off x="5652116" y="4137924"/>
            <a:ext cx="2250507" cy="35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73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31.jpeg" id="548" name="Google Shape;548;p74"/>
          <p:cNvPicPr preferRelativeResize="0"/>
          <p:nvPr/>
        </p:nvPicPr>
        <p:blipFill rotWithShape="1">
          <a:blip r:embed="rId3">
            <a:alphaModFix/>
          </a:blip>
          <a:srcRect b="10259" l="0" r="0" t="4314"/>
          <a:stretch/>
        </p:blipFill>
        <p:spPr>
          <a:xfrm>
            <a:off x="1043608" y="570933"/>
            <a:ext cx="1687880" cy="37290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49" name="Google Shape;549;p74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1066180" y="3966000"/>
            <a:ext cx="2250507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32.jpeg" id="550" name="Google Shape;550;p74"/>
          <p:cNvPicPr preferRelativeResize="0"/>
          <p:nvPr/>
        </p:nvPicPr>
        <p:blipFill rotWithShape="1">
          <a:blip r:embed="rId5">
            <a:alphaModFix/>
          </a:blip>
          <a:srcRect b="5613" l="0" r="0" t="4571"/>
          <a:stretch/>
        </p:blipFill>
        <p:spPr>
          <a:xfrm>
            <a:off x="4716016" y="570933"/>
            <a:ext cx="2250507" cy="33950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51" name="Google Shape;551;p74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4693816" y="3922785"/>
            <a:ext cx="2250507" cy="35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74"/>
          <p:cNvSpPr txBox="1"/>
          <p:nvPr/>
        </p:nvSpPr>
        <p:spPr>
          <a:xfrm>
            <a:off x="2797975" y="-12"/>
            <a:ext cx="836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Impact"/>
                <a:ea typeface="Impact"/>
                <a:cs typeface="Impact"/>
                <a:sym typeface="Impact"/>
              </a:rPr>
              <a:t>IMPLEMENTED + INTEGRATED</a:t>
            </a:r>
            <a:endParaRPr b="0" i="0" sz="1800" u="none" cap="none" strike="noStrike">
              <a:solidFill>
                <a:schemeClr val="dk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7" name="Google Shape;557;p75"/>
          <p:cNvPicPr preferRelativeResize="0"/>
          <p:nvPr/>
        </p:nvPicPr>
        <p:blipFill rotWithShape="1">
          <a:blip r:embed="rId3">
            <a:alphaModFix/>
          </a:blip>
          <a:srcRect b="7518" l="0" r="0" t="0"/>
          <a:stretch/>
        </p:blipFill>
        <p:spPr>
          <a:xfrm>
            <a:off x="3424275" y="351710"/>
            <a:ext cx="2295450" cy="40802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8" name="Google Shape;558;p75"/>
          <p:cNvSpPr txBox="1"/>
          <p:nvPr/>
        </p:nvSpPr>
        <p:spPr>
          <a:xfrm>
            <a:off x="529000" y="74711"/>
            <a:ext cx="22083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Queue Handler Dashboard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esktop\33.jpeg" id="559" name="Google Shape;559;p75"/>
          <p:cNvPicPr preferRelativeResize="0"/>
          <p:nvPr/>
        </p:nvPicPr>
        <p:blipFill rotWithShape="1">
          <a:blip r:embed="rId4">
            <a:alphaModFix/>
          </a:blip>
          <a:srcRect b="34772" l="940" r="-940" t="4499"/>
          <a:stretch/>
        </p:blipFill>
        <p:spPr>
          <a:xfrm>
            <a:off x="611560" y="351710"/>
            <a:ext cx="2250507" cy="2295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34.jpeg" id="560" name="Google Shape;560;p75"/>
          <p:cNvPicPr preferRelativeResize="0"/>
          <p:nvPr/>
        </p:nvPicPr>
        <p:blipFill rotWithShape="1">
          <a:blip r:embed="rId5">
            <a:alphaModFix/>
          </a:blip>
          <a:srcRect b="14263" l="3090" r="-3090" t="51465"/>
          <a:stretch/>
        </p:blipFill>
        <p:spPr>
          <a:xfrm>
            <a:off x="611560" y="2647235"/>
            <a:ext cx="2250507" cy="1646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61" name="Google Shape;561;p75"/>
          <p:cNvPicPr preferRelativeResize="0"/>
          <p:nvPr/>
        </p:nvPicPr>
        <p:blipFill rotWithShape="1">
          <a:blip r:embed="rId6">
            <a:alphaModFix/>
          </a:blip>
          <a:srcRect b="10820" l="0" r="0" t="81144"/>
          <a:stretch/>
        </p:blipFill>
        <p:spPr>
          <a:xfrm>
            <a:off x="611559" y="4293484"/>
            <a:ext cx="2125690" cy="35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35.jpeg" id="566" name="Google Shape;566;p76"/>
          <p:cNvPicPr preferRelativeResize="0"/>
          <p:nvPr/>
        </p:nvPicPr>
        <p:blipFill rotWithShape="1">
          <a:blip r:embed="rId3">
            <a:alphaModFix/>
          </a:blip>
          <a:srcRect b="10600" l="0" r="0" t="4732"/>
          <a:stretch/>
        </p:blipFill>
        <p:spPr>
          <a:xfrm>
            <a:off x="3131840" y="573528"/>
            <a:ext cx="2250507" cy="3601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8ee4e83e-1f48-415c-848e-1212de1c13be" id="571" name="Google Shape;571;p77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77"/>
          <p:cNvSpPr txBox="1"/>
          <p:nvPr/>
        </p:nvSpPr>
        <p:spPr>
          <a:xfrm>
            <a:off x="510163" y="65299"/>
            <a:ext cx="261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Committee Head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\Users\hp\Desktop\36.jpeg" id="573" name="Google Shape;573;p77"/>
          <p:cNvPicPr preferRelativeResize="0"/>
          <p:nvPr/>
        </p:nvPicPr>
        <p:blipFill rotWithShape="1">
          <a:blip r:embed="rId3">
            <a:alphaModFix/>
          </a:blip>
          <a:srcRect b="10838" l="0" r="0" t="5015"/>
          <a:stretch/>
        </p:blipFill>
        <p:spPr>
          <a:xfrm>
            <a:off x="319311" y="367171"/>
            <a:ext cx="2333645" cy="3824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74" name="Google Shape;574;p77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319311" y="4293484"/>
            <a:ext cx="2333645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37.jpeg" id="575" name="Google Shape;575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3848" y="203798"/>
            <a:ext cx="2736304" cy="19747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38.jpeg" id="576" name="Google Shape;576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03848" y="2178579"/>
            <a:ext cx="2736304" cy="1242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39.jpeg" id="577" name="Google Shape;577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03848" y="3412123"/>
            <a:ext cx="2736304" cy="12421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40.jpeg" id="578" name="Google Shape;578;p7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28184" y="307003"/>
            <a:ext cx="2520000" cy="17246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41.jpeg" id="579" name="Google Shape;579;p7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28184" y="2031691"/>
            <a:ext cx="2520000" cy="914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42.jpeg" id="580" name="Google Shape;580;p7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28184" y="2930972"/>
            <a:ext cx="2520000" cy="1714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blob:https://web.whatsapp.com/4cfbb076-238c-4ebf-aad3-ae0940db62a2" id="585" name="Google Shape;585;p78"/>
          <p:cNvSpPr/>
          <p:nvPr/>
        </p:nvSpPr>
        <p:spPr>
          <a:xfrm>
            <a:off x="155575" y="-144463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4cfbb076-238c-4ebf-aad3-ae0940db62a2" id="586" name="Google Shape;586;p78"/>
          <p:cNvSpPr/>
          <p:nvPr/>
        </p:nvSpPr>
        <p:spPr>
          <a:xfrm>
            <a:off x="307975" y="79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4cfbb076-238c-4ebf-aad3-ae0940db62a2" id="587" name="Google Shape;587;p78"/>
          <p:cNvSpPr/>
          <p:nvPr/>
        </p:nvSpPr>
        <p:spPr>
          <a:xfrm>
            <a:off x="460375" y="1603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blob:https://web.whatsapp.com/4cfbb076-238c-4ebf-aad3-ae0940db62a2" id="588" name="Google Shape;588;p78"/>
          <p:cNvSpPr/>
          <p:nvPr/>
        </p:nvSpPr>
        <p:spPr>
          <a:xfrm>
            <a:off x="612775" y="312738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9" name="Google Shape;589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313" y="465139"/>
            <a:ext cx="2491200" cy="436663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id="590" name="Google Shape;590;p78"/>
          <p:cNvPicPr preferRelativeResize="0"/>
          <p:nvPr/>
        </p:nvPicPr>
        <p:blipFill rotWithShape="1">
          <a:blip r:embed="rId4">
            <a:alphaModFix/>
          </a:blip>
          <a:srcRect b="0" l="0" r="0" t="5926"/>
          <a:stretch/>
        </p:blipFill>
        <p:spPr>
          <a:xfrm>
            <a:off x="3422506" y="465139"/>
            <a:ext cx="2458749" cy="4366634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pic>
      <p:pic>
        <p:nvPicPr>
          <p:cNvPr descr="https://static.thenounproject.com/png/1410611-200.png" id="591" name="Google Shape;591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flipH="1" rot="10800000">
            <a:off x="3445605" y="2568539"/>
            <a:ext cx="117838" cy="1571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45.jpeg" id="592" name="Google Shape;592;p78"/>
          <p:cNvPicPr preferRelativeResize="0"/>
          <p:nvPr/>
        </p:nvPicPr>
        <p:blipFill rotWithShape="1">
          <a:blip r:embed="rId6">
            <a:alphaModFix/>
          </a:blip>
          <a:srcRect b="10792" l="0" r="0" t="11615"/>
          <a:stretch/>
        </p:blipFill>
        <p:spPr>
          <a:xfrm>
            <a:off x="6372200" y="465138"/>
            <a:ext cx="2250507" cy="4366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\Users\hp\Desktop\46.jpeg" id="597" name="Google Shape;597;p79"/>
          <p:cNvPicPr preferRelativeResize="0"/>
          <p:nvPr/>
        </p:nvPicPr>
        <p:blipFill rotWithShape="1">
          <a:blip r:embed="rId3">
            <a:alphaModFix/>
          </a:blip>
          <a:srcRect b="10861" l="0" r="0" t="5132"/>
          <a:stretch/>
        </p:blipFill>
        <p:spPr>
          <a:xfrm>
            <a:off x="3707904" y="411510"/>
            <a:ext cx="2448272" cy="35696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598" name="Google Shape;598;p79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3689400" y="3841161"/>
            <a:ext cx="2390959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48.jpeg" id="599" name="Google Shape;599;p79"/>
          <p:cNvPicPr preferRelativeResize="0"/>
          <p:nvPr/>
        </p:nvPicPr>
        <p:blipFill rotWithShape="1">
          <a:blip r:embed="rId5">
            <a:alphaModFix/>
          </a:blip>
          <a:srcRect b="10583" l="0" r="0" t="4749"/>
          <a:stretch/>
        </p:blipFill>
        <p:spPr>
          <a:xfrm>
            <a:off x="6660232" y="357504"/>
            <a:ext cx="2250507" cy="33935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meetings.jpeg" id="600" name="Google Shape;600;p79"/>
          <p:cNvPicPr preferRelativeResize="0"/>
          <p:nvPr/>
        </p:nvPicPr>
        <p:blipFill rotWithShape="1">
          <a:blip r:embed="rId4">
            <a:alphaModFix/>
          </a:blip>
          <a:srcRect b="10820" l="0" r="0" t="81144"/>
          <a:stretch/>
        </p:blipFill>
        <p:spPr>
          <a:xfrm>
            <a:off x="6660232" y="3751074"/>
            <a:ext cx="2257775" cy="35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49.jpeg" id="601" name="Google Shape;601;p79"/>
          <p:cNvPicPr preferRelativeResize="0"/>
          <p:nvPr/>
        </p:nvPicPr>
        <p:blipFill rotWithShape="1">
          <a:blip r:embed="rId6">
            <a:alphaModFix/>
          </a:blip>
          <a:srcRect b="24862" l="0" r="0" t="11385"/>
          <a:stretch/>
        </p:blipFill>
        <p:spPr>
          <a:xfrm>
            <a:off x="683568" y="465516"/>
            <a:ext cx="2469235" cy="2409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hp\Desktop\50.jpeg" id="602" name="Google Shape;602;p79"/>
          <p:cNvPicPr preferRelativeResize="0"/>
          <p:nvPr/>
        </p:nvPicPr>
        <p:blipFill rotWithShape="1">
          <a:blip r:embed="rId7">
            <a:alphaModFix/>
          </a:blip>
          <a:srcRect b="11114" l="0" r="0" t="39245"/>
          <a:stretch/>
        </p:blipFill>
        <p:spPr>
          <a:xfrm>
            <a:off x="683567" y="2865538"/>
            <a:ext cx="2469235" cy="1327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
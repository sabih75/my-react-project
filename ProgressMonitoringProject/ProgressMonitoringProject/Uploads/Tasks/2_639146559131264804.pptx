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c2780c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9c2780c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a2895db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a2895db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a2895dbf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ca2895dbf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a2895dbf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ca2895dbf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a2895dbf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ca2895dbf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a2895dbf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ca2895dbf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a2895dbfc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ca2895dbfc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a2895dbfc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5" name="Google Shape;315;g3ca2895dbfc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a2895dbfc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ca2895dbfc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a2895dbfc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0" name="Google Shape;330;g3ca2895dbfc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a2895dbfc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3ca2895dbfc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a2895dbfc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ca2895dbfc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a2895dbfc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3ca2895dbfc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a2895dbfc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ca2895dbfc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a2895dbfc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ca2895dbfc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a2895dbf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ca2895dbf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a2895dbfc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ca2895dbfc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a2895dbf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ca2895dbf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a2895dbf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ca2895dbf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ca2895dbfc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a2895dbf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ca2895dbfc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a2895dbf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3ca2895dbfc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a2895dbfc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g3ca2895dbfc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a2895dbfc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ca2895dbfc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a2895dbf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3ca2895dbf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a2895dbfc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3ca2895dbf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a2895dbf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ca2895dbfc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a2895dbf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3ca2895dbf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a2895dbfc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ca2895dbfc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3ca2895dbfc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a2895dbfc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g3ca2895dbfc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a2895dbfc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g3ca2895dbfc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a2895dbfc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3ca2895dbfc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a2895dbfc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3ca2895dbfc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a2895dbfc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g3ca2895dbfc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a2895dbfc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ca2895dbfc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a2895dbfc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ca2895dbfc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3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6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7" Type="http://schemas.openxmlformats.org/officeDocument/2006/relationships/image" Target="../media/image8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jpg"/><Relationship Id="rId4" Type="http://schemas.openxmlformats.org/officeDocument/2006/relationships/image" Target="../media/image85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9.jpg"/><Relationship Id="rId7" Type="http://schemas.openxmlformats.org/officeDocument/2006/relationships/image" Target="../media/image92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jpg"/><Relationship Id="rId5" Type="http://schemas.openxmlformats.org/officeDocument/2006/relationships/image" Target="../media/image85.jpg"/><Relationship Id="rId4" Type="http://schemas.openxmlformats.org/officeDocument/2006/relationships/image" Target="../media/image90.jpg"/><Relationship Id="rId9" Type="http://schemas.openxmlformats.org/officeDocument/2006/relationships/image" Target="../media/image94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7" Type="http://schemas.openxmlformats.org/officeDocument/2006/relationships/image" Target="../media/image99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jpg"/><Relationship Id="rId5" Type="http://schemas.openxmlformats.org/officeDocument/2006/relationships/image" Target="../media/image97.jpg"/><Relationship Id="rId4" Type="http://schemas.openxmlformats.org/officeDocument/2006/relationships/image" Target="../media/image96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7" Type="http://schemas.openxmlformats.org/officeDocument/2006/relationships/image" Target="../media/image85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jpg"/><Relationship Id="rId5" Type="http://schemas.openxmlformats.org/officeDocument/2006/relationships/image" Target="../media/image102.jpg"/><Relationship Id="rId4" Type="http://schemas.openxmlformats.org/officeDocument/2006/relationships/image" Target="../media/image10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jpg"/><Relationship Id="rId4" Type="http://schemas.openxmlformats.org/officeDocument/2006/relationships/image" Target="../media/image105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jpg"/><Relationship Id="rId4" Type="http://schemas.openxmlformats.org/officeDocument/2006/relationships/image" Target="../media/image107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jpg"/><Relationship Id="rId3" Type="http://schemas.openxmlformats.org/officeDocument/2006/relationships/image" Target="../media/image109.jpg"/><Relationship Id="rId7" Type="http://schemas.openxmlformats.org/officeDocument/2006/relationships/image" Target="../media/image112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jpg"/><Relationship Id="rId5" Type="http://schemas.openxmlformats.org/officeDocument/2006/relationships/image" Target="../media/image85.jpg"/><Relationship Id="rId4" Type="http://schemas.openxmlformats.org/officeDocument/2006/relationships/image" Target="../media/image110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jpg"/><Relationship Id="rId3" Type="http://schemas.openxmlformats.org/officeDocument/2006/relationships/image" Target="../media/image114.jpg"/><Relationship Id="rId7" Type="http://schemas.openxmlformats.org/officeDocument/2006/relationships/image" Target="../media/image117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jpg"/><Relationship Id="rId5" Type="http://schemas.openxmlformats.org/officeDocument/2006/relationships/image" Target="../media/image115.jpg"/><Relationship Id="rId4" Type="http://schemas.openxmlformats.org/officeDocument/2006/relationships/image" Target="../media/image85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42.jpg"/><Relationship Id="rId7" Type="http://schemas.openxmlformats.org/officeDocument/2006/relationships/image" Target="../media/image122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jpg"/><Relationship Id="rId5" Type="http://schemas.openxmlformats.org/officeDocument/2006/relationships/image" Target="../media/image120.jpg"/><Relationship Id="rId4" Type="http://schemas.openxmlformats.org/officeDocument/2006/relationships/image" Target="../media/image119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jpg"/><Relationship Id="rId4" Type="http://schemas.openxmlformats.org/officeDocument/2006/relationships/image" Target="../media/image85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g"/><Relationship Id="rId5" Type="http://schemas.openxmlformats.org/officeDocument/2006/relationships/image" Target="../media/image126.jpg"/><Relationship Id="rId4" Type="http://schemas.openxmlformats.org/officeDocument/2006/relationships/image" Target="../media/image125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jpg"/><Relationship Id="rId3" Type="http://schemas.openxmlformats.org/officeDocument/2006/relationships/image" Target="../media/image128.jpg"/><Relationship Id="rId7" Type="http://schemas.openxmlformats.org/officeDocument/2006/relationships/image" Target="../media/image13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jpg"/><Relationship Id="rId5" Type="http://schemas.openxmlformats.org/officeDocument/2006/relationships/image" Target="../media/image129.jpg"/><Relationship Id="rId10" Type="http://schemas.openxmlformats.org/officeDocument/2006/relationships/image" Target="../media/image134.jpg"/><Relationship Id="rId4" Type="http://schemas.openxmlformats.org/officeDocument/2006/relationships/image" Target="../media/image85.jpg"/><Relationship Id="rId9" Type="http://schemas.openxmlformats.org/officeDocument/2006/relationships/image" Target="../media/image133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jpg"/><Relationship Id="rId5" Type="http://schemas.openxmlformats.org/officeDocument/2006/relationships/image" Target="../media/image135.png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g"/><Relationship Id="rId7" Type="http://schemas.openxmlformats.org/officeDocument/2006/relationships/image" Target="../media/image140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jpg"/><Relationship Id="rId5" Type="http://schemas.openxmlformats.org/officeDocument/2006/relationships/image" Target="../media/image138.jpg"/><Relationship Id="rId4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1207789" y="938252"/>
            <a:ext cx="68580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C5FF"/>
              </a:buClr>
              <a:buSzPct val="86538"/>
              <a:buFont typeface="Arial Rounded"/>
              <a:buNone/>
            </a:pPr>
            <a:r>
              <a:rPr lang="en-US" b="1" u="sng">
                <a:solidFill>
                  <a:srgbClr val="21C5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PROJECT PROGRESS MONITORING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1143000" y="3646025"/>
            <a:ext cx="57270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2022-Arid-4158            Raja Muhammad Taha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2022-Arid-4198            Simran Hafeez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2022-Arid-4118            M. Sabih Ul Hassan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4075" y="1855175"/>
            <a:ext cx="1595850" cy="14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850" y="434812"/>
            <a:ext cx="2296700" cy="41340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8508"/>
          <a:stretch/>
        </p:blipFill>
        <p:spPr>
          <a:xfrm>
            <a:off x="6214175" y="434800"/>
            <a:ext cx="2662624" cy="41340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" name="Google Shape;63;p14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600" y="434800"/>
            <a:ext cx="2793749" cy="4134074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8725"/>
          <a:stretch/>
        </p:blipFill>
        <p:spPr>
          <a:xfrm>
            <a:off x="445675" y="434788"/>
            <a:ext cx="2419722" cy="41340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6890"/>
          <a:stretch/>
        </p:blipFill>
        <p:spPr>
          <a:xfrm>
            <a:off x="3327025" y="434800"/>
            <a:ext cx="2489950" cy="41340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636" y="434800"/>
            <a:ext cx="2314286" cy="41340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2" name="Google Shape;72;p1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00" y="461712"/>
            <a:ext cx="3694251" cy="4648926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8" name="Google Shape;78;p16"/>
          <p:cNvSpPr txBox="1"/>
          <p:nvPr/>
        </p:nvSpPr>
        <p:spPr>
          <a:xfrm>
            <a:off x="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6350" y="461700"/>
            <a:ext cx="3468050" cy="46489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82" y="561109"/>
            <a:ext cx="2327481" cy="400776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40401"/>
          <a:stretch/>
        </p:blipFill>
        <p:spPr>
          <a:xfrm>
            <a:off x="3522594" y="2266076"/>
            <a:ext cx="2423050" cy="2302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" name="Google Shape;86;p17"/>
          <p:cNvSpPr txBox="1"/>
          <p:nvPr/>
        </p:nvSpPr>
        <p:spPr>
          <a:xfrm>
            <a:off x="706581" y="238990"/>
            <a:ext cx="2327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Dashboard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8968" y="474451"/>
            <a:ext cx="2373300" cy="409442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2588" y="474450"/>
            <a:ext cx="2423050" cy="18381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9" name="Google Shape;89;p17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25" y="428513"/>
            <a:ext cx="2322151" cy="42864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150" y="407550"/>
            <a:ext cx="2517650" cy="432839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1875" y="428512"/>
            <a:ext cx="2322575" cy="42864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" name="Google Shape;97;p18"/>
          <p:cNvSpPr txBox="1"/>
          <p:nvPr/>
        </p:nvSpPr>
        <p:spPr>
          <a:xfrm>
            <a:off x="528850" y="-122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1350" y="348175"/>
            <a:ext cx="2114700" cy="44471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625" y="348175"/>
            <a:ext cx="3209850" cy="444714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" name="Google Shape;104;p19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2488" y="578356"/>
            <a:ext cx="2299025" cy="41279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0" name="Google Shape;110;p20" descr="blob:https://web.whatsapp.com/d304042e-6dd6-4e70-a279-ed174ca5a9a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0" descr="blob:https://web.whatsapp.com/d304042e-6dd6-4e70-a279-ed174ca5a9ad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 descr="blob:https://web.whatsapp.com/d304042e-6dd6-4e70-a279-ed174ca5a9ad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 descr="blob:https://web.whatsapp.com/d304042e-6dd6-4e70-a279-ed174ca5a9ad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 descr="blob:https://web.whatsapp.com/d304042e-6dd6-4e70-a279-ed174ca5a9ad"/>
          <p:cNvSpPr/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 descr="blob:https://web.whatsapp.com/d304042e-6dd6-4e70-a279-ed174ca5a9ad"/>
          <p:cNvSpPr/>
          <p:nvPr/>
        </p:nvSpPr>
        <p:spPr>
          <a:xfrm>
            <a:off x="917575" y="617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 descr="blob:https://web.whatsapp.com/d304042e-6dd6-4e70-a279-ed174ca5a9ad"/>
          <p:cNvSpPr/>
          <p:nvPr/>
        </p:nvSpPr>
        <p:spPr>
          <a:xfrm>
            <a:off x="1069975" y="769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 descr="blob:https://web.whatsapp.com/d304042e-6dd6-4e70-a279-ed174ca5a9ad"/>
          <p:cNvSpPr/>
          <p:nvPr/>
        </p:nvSpPr>
        <p:spPr>
          <a:xfrm>
            <a:off x="1222375" y="922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 descr="blob:https://web.whatsapp.com/d304042e-6dd6-4e70-a279-ed174ca5a9ad"/>
          <p:cNvSpPr/>
          <p:nvPr/>
        </p:nvSpPr>
        <p:spPr>
          <a:xfrm>
            <a:off x="1374775" y="1074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 descr="blob:https://web.whatsapp.com/d304042e-6dd6-4e70-a279-ed174ca5a9ad"/>
          <p:cNvSpPr/>
          <p:nvPr/>
        </p:nvSpPr>
        <p:spPr>
          <a:xfrm>
            <a:off x="1527175" y="1227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 descr="blob:https://web.whatsapp.com/d304042e-6dd6-4e70-a279-ed174ca5a9ad"/>
          <p:cNvSpPr/>
          <p:nvPr/>
        </p:nvSpPr>
        <p:spPr>
          <a:xfrm>
            <a:off x="1679575" y="1379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368" y="578356"/>
            <a:ext cx="2466456" cy="412799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22" name="Google Shape;122;p20"/>
          <p:cNvSpPr txBox="1"/>
          <p:nvPr/>
        </p:nvSpPr>
        <p:spPr>
          <a:xfrm>
            <a:off x="431369" y="202911"/>
            <a:ext cx="219410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 Dashboard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369" y="578356"/>
            <a:ext cx="2201987" cy="41279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24" name="Google Shape;124;p20"/>
          <p:cNvSpPr txBox="1"/>
          <p:nvPr/>
        </p:nvSpPr>
        <p:spPr>
          <a:xfrm>
            <a:off x="387463" y="-705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1484" y="280627"/>
            <a:ext cx="2636669" cy="45815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550" y="364000"/>
            <a:ext cx="2606375" cy="44147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31" name="Google Shape;131;p21"/>
          <p:cNvSpPr txBox="1"/>
          <p:nvPr/>
        </p:nvSpPr>
        <p:spPr>
          <a:xfrm>
            <a:off x="2690300" y="-9770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7750"/>
            <a:ext cx="2234045" cy="419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0266" y="542475"/>
            <a:ext cx="2073600" cy="41986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4448" y="542475"/>
            <a:ext cx="220342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9" name="Google Shape;139;p22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352" y="424450"/>
            <a:ext cx="2474286" cy="429459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739" y="374073"/>
            <a:ext cx="2462264" cy="439535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4050" y="358950"/>
            <a:ext cx="3274300" cy="43953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7" name="Google Shape;147;p23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213" y="578350"/>
            <a:ext cx="2097583" cy="4128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775" y="578350"/>
            <a:ext cx="1937561" cy="41280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673" y="535799"/>
            <a:ext cx="2190675" cy="42131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5" name="Google Shape;155;p24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500" y="568375"/>
            <a:ext cx="2203426" cy="4128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8813" y="542475"/>
            <a:ext cx="224637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7100" y="542475"/>
            <a:ext cx="220342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3" name="Google Shape;163;p2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259" y="335174"/>
            <a:ext cx="2339600" cy="44731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641" y="335175"/>
            <a:ext cx="2407075" cy="44731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7285" y="335174"/>
            <a:ext cx="2294659" cy="44731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1" name="Google Shape;171;p26"/>
          <p:cNvSpPr txBox="1"/>
          <p:nvPr/>
        </p:nvSpPr>
        <p:spPr>
          <a:xfrm>
            <a:off x="492225" y="-488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5749" y="385400"/>
            <a:ext cx="2180000" cy="43231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4350" y="385400"/>
            <a:ext cx="2307350" cy="43727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27"/>
          <p:cNvSpPr txBox="1"/>
          <p:nvPr/>
        </p:nvSpPr>
        <p:spPr>
          <a:xfrm>
            <a:off x="408060" y="77623"/>
            <a:ext cx="2440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Committee Dashboard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900" y="385400"/>
            <a:ext cx="3461975" cy="4323151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0" name="Google Shape;180;p27"/>
          <p:cNvSpPr txBox="1"/>
          <p:nvPr/>
        </p:nvSpPr>
        <p:spPr>
          <a:xfrm>
            <a:off x="3481975" y="663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506" y="483185"/>
            <a:ext cx="2437421" cy="417714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0211" y="467588"/>
            <a:ext cx="2460688" cy="42083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87" name="Google Shape;187;p28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9788" y="455275"/>
            <a:ext cx="2244425" cy="42329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3" name="Google Shape;193;p29"/>
          <p:cNvSpPr txBox="1"/>
          <p:nvPr/>
        </p:nvSpPr>
        <p:spPr>
          <a:xfrm>
            <a:off x="326542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5275"/>
            <a:ext cx="3145001" cy="42329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6625" y="455275"/>
            <a:ext cx="3144975" cy="423294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3199500" y="9892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2500" y="628525"/>
            <a:ext cx="2180000" cy="405969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00" y="668175"/>
            <a:ext cx="2894700" cy="405969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0200" y="628525"/>
            <a:ext cx="2569900" cy="40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/>
          <p:cNvPicPr preferRelativeResize="0"/>
          <p:nvPr/>
        </p:nvPicPr>
        <p:blipFill rotWithShape="1">
          <a:blip r:embed="rId3">
            <a:alphaModFix/>
          </a:blip>
          <a:srcRect b="5917"/>
          <a:stretch/>
        </p:blipFill>
        <p:spPr>
          <a:xfrm>
            <a:off x="529000" y="403200"/>
            <a:ext cx="2208250" cy="40802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9" name="Google Shape;209;p31"/>
          <p:cNvPicPr preferRelativeResize="0"/>
          <p:nvPr/>
        </p:nvPicPr>
        <p:blipFill rotWithShape="1">
          <a:blip r:embed="rId4">
            <a:alphaModFix/>
          </a:blip>
          <a:srcRect b="7518"/>
          <a:stretch/>
        </p:blipFill>
        <p:spPr>
          <a:xfrm>
            <a:off x="3424275" y="403199"/>
            <a:ext cx="2295450" cy="40802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0" name="Google Shape;210;p31"/>
          <p:cNvPicPr preferRelativeResize="0"/>
          <p:nvPr/>
        </p:nvPicPr>
        <p:blipFill rotWithShape="1">
          <a:blip r:embed="rId5">
            <a:alphaModFix/>
          </a:blip>
          <a:srcRect b="5917"/>
          <a:stretch/>
        </p:blipFill>
        <p:spPr>
          <a:xfrm>
            <a:off x="6406750" y="403200"/>
            <a:ext cx="2106100" cy="40802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1" name="Google Shape;211;p31"/>
          <p:cNvSpPr txBox="1"/>
          <p:nvPr/>
        </p:nvSpPr>
        <p:spPr>
          <a:xfrm>
            <a:off x="529000" y="74711"/>
            <a:ext cx="22082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Handler Dashboard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3275250" y="-176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284" y="516204"/>
            <a:ext cx="2047859" cy="39514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9805" y="516204"/>
            <a:ext cx="2047850" cy="39921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4716" y="516204"/>
            <a:ext cx="2055600" cy="39921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20" name="Google Shape;220;p32"/>
          <p:cNvSpPr txBox="1"/>
          <p:nvPr/>
        </p:nvSpPr>
        <p:spPr>
          <a:xfrm>
            <a:off x="6267236" y="205481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/>
          <p:cNvPicPr preferRelativeResize="0"/>
          <p:nvPr/>
        </p:nvPicPr>
        <p:blipFill rotWithShape="1">
          <a:blip r:embed="rId3">
            <a:alphaModFix/>
          </a:blip>
          <a:srcRect b="6733"/>
          <a:stretch/>
        </p:blipFill>
        <p:spPr>
          <a:xfrm>
            <a:off x="3428225" y="282225"/>
            <a:ext cx="2287550" cy="427062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7" name="Google Shape;227;p33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436" y="373075"/>
            <a:ext cx="2419200" cy="43973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33" name="Google Shape;233;p34"/>
          <p:cNvPicPr preferRelativeResize="0"/>
          <p:nvPr/>
        </p:nvPicPr>
        <p:blipFill rotWithShape="1">
          <a:blip r:embed="rId4">
            <a:alphaModFix/>
          </a:blip>
          <a:srcRect b="8124"/>
          <a:stretch/>
        </p:blipFill>
        <p:spPr>
          <a:xfrm>
            <a:off x="3616036" y="373074"/>
            <a:ext cx="2275609" cy="43973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34" name="Google Shape;234;p34" descr="blob:https://web.whatsapp.com/8ee4e83e-1f48-415c-848e-1212de1c13be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4" descr="blob:https://web.whatsapp.com/8ee4e83e-1f48-415c-848e-1212de1c13be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373074"/>
            <a:ext cx="2192482" cy="439735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37" name="Google Shape;237;p34"/>
          <p:cNvSpPr txBox="1"/>
          <p:nvPr/>
        </p:nvSpPr>
        <p:spPr>
          <a:xfrm>
            <a:off x="510163" y="65298"/>
            <a:ext cx="261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Committee Head Dashboard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3466775" y="-1167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 descr="blob:https://web.whatsapp.com/4cfbb076-238c-4ebf-aad3-ae0940db62a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 descr="blob:https://web.whatsapp.com/4cfbb076-238c-4ebf-aad3-ae0940db62a2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5" descr="blob:https://web.whatsapp.com/4cfbb076-238c-4ebf-aad3-ae0940db62a2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5" descr="blob:https://web.whatsapp.com/4cfbb076-238c-4ebf-aad3-ae0940db62a2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375" y="465137"/>
            <a:ext cx="2491200" cy="436663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8" name="Google Shape;24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2505" y="465138"/>
            <a:ext cx="2458749" cy="436663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9" name="Google Shape;249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1414" y="465138"/>
            <a:ext cx="2426400" cy="436663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50" name="Google Shape;250;p35" descr="https://static.thenounproject.com/png/1410611-2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 flipH="1">
            <a:off x="3445604" y="2568539"/>
            <a:ext cx="157117" cy="15711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000" y="373075"/>
            <a:ext cx="2138875" cy="430669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7" name="Google Shape;257;p36"/>
          <p:cNvPicPr preferRelativeResize="0"/>
          <p:nvPr/>
        </p:nvPicPr>
        <p:blipFill rotWithShape="1">
          <a:blip r:embed="rId4">
            <a:alphaModFix/>
          </a:blip>
          <a:srcRect b="6402"/>
          <a:stretch/>
        </p:blipFill>
        <p:spPr>
          <a:xfrm>
            <a:off x="6259100" y="373075"/>
            <a:ext cx="2285107" cy="4306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8" name="Google Shape;25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5475" y="328750"/>
            <a:ext cx="3036075" cy="43953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9" name="Google Shape;259;p36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873" y="461699"/>
            <a:ext cx="2462264" cy="439535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65" name="Google Shape;265;p37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1263900" y="2202300"/>
            <a:ext cx="661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2"/>
                </a:solidFill>
              </a:rPr>
              <a:t>TAHA’S SCREENS</a:t>
            </a:r>
            <a:br>
              <a:rPr lang="en-US" sz="1800" b="1" dirty="0">
                <a:solidFill>
                  <a:schemeClr val="dk2"/>
                </a:solidFill>
              </a:rPr>
            </a:br>
            <a:r>
              <a:rPr lang="en-US" sz="1800" b="1" dirty="0">
                <a:solidFill>
                  <a:schemeClr val="dk2"/>
                </a:solidFill>
              </a:rPr>
              <a:t>(Flutter)</a:t>
            </a:r>
            <a:endParaRPr sz="18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695" y="751031"/>
            <a:ext cx="1664726" cy="360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636" y="733169"/>
            <a:ext cx="1679015" cy="3643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4024" y="719276"/>
            <a:ext cx="1811654" cy="363985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9"/>
          <p:cNvSpPr txBox="1"/>
          <p:nvPr/>
        </p:nvSpPr>
        <p:spPr>
          <a:xfrm>
            <a:off x="2776650" y="123788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986" y="742694"/>
            <a:ext cx="1793332" cy="365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9580" y="766741"/>
            <a:ext cx="1743318" cy="362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44420" y="728223"/>
            <a:ext cx="1864334" cy="368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0"/>
          <p:cNvSpPr txBox="1"/>
          <p:nvPr/>
        </p:nvSpPr>
        <p:spPr>
          <a:xfrm>
            <a:off x="2784313" y="137438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26" y="492720"/>
            <a:ext cx="1850489" cy="387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991" y="517730"/>
            <a:ext cx="1807620" cy="38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0128" y="517734"/>
            <a:ext cx="1771897" cy="382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1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492" y="400055"/>
            <a:ext cx="2052555" cy="434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7290" y="259080"/>
            <a:ext cx="2025448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/>
        </p:nvSpPr>
        <p:spPr>
          <a:xfrm>
            <a:off x="325112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2488" y="578356"/>
            <a:ext cx="2299025" cy="41279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8" name="Google Shape;298;p43" descr="blob:https://web.whatsapp.com/d304042e-6dd6-4e70-a279-ed174ca5a9ad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 descr="blob:https://web.whatsapp.com/d304042e-6dd6-4e70-a279-ed174ca5a9ad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 descr="blob:https://web.whatsapp.com/d304042e-6dd6-4e70-a279-ed174ca5a9ad"/>
          <p:cNvSpPr/>
          <p:nvPr/>
        </p:nvSpPr>
        <p:spPr>
          <a:xfrm>
            <a:off x="460375" y="160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 descr="blob:https://web.whatsapp.com/d304042e-6dd6-4e70-a279-ed174ca5a9ad"/>
          <p:cNvSpPr/>
          <p:nvPr/>
        </p:nvSpPr>
        <p:spPr>
          <a:xfrm>
            <a:off x="612775" y="312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 descr="blob:https://web.whatsapp.com/d304042e-6dd6-4e70-a279-ed174ca5a9ad"/>
          <p:cNvSpPr/>
          <p:nvPr/>
        </p:nvSpPr>
        <p:spPr>
          <a:xfrm>
            <a:off x="765175" y="465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 descr="blob:https://web.whatsapp.com/d304042e-6dd6-4e70-a279-ed174ca5a9ad"/>
          <p:cNvSpPr/>
          <p:nvPr/>
        </p:nvSpPr>
        <p:spPr>
          <a:xfrm>
            <a:off x="917575" y="617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 descr="blob:https://web.whatsapp.com/d304042e-6dd6-4e70-a279-ed174ca5a9ad"/>
          <p:cNvSpPr/>
          <p:nvPr/>
        </p:nvSpPr>
        <p:spPr>
          <a:xfrm>
            <a:off x="1069975" y="769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 descr="blob:https://web.whatsapp.com/d304042e-6dd6-4e70-a279-ed174ca5a9ad"/>
          <p:cNvSpPr/>
          <p:nvPr/>
        </p:nvSpPr>
        <p:spPr>
          <a:xfrm>
            <a:off x="1222375" y="922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 descr="blob:https://web.whatsapp.com/d304042e-6dd6-4e70-a279-ed174ca5a9ad"/>
          <p:cNvSpPr/>
          <p:nvPr/>
        </p:nvSpPr>
        <p:spPr>
          <a:xfrm>
            <a:off x="1374775" y="1074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 descr="blob:https://web.whatsapp.com/d304042e-6dd6-4e70-a279-ed174ca5a9ad"/>
          <p:cNvSpPr/>
          <p:nvPr/>
        </p:nvSpPr>
        <p:spPr>
          <a:xfrm>
            <a:off x="1527175" y="1227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3" descr="blob:https://web.whatsapp.com/d304042e-6dd6-4e70-a279-ed174ca5a9ad"/>
          <p:cNvSpPr/>
          <p:nvPr/>
        </p:nvSpPr>
        <p:spPr>
          <a:xfrm>
            <a:off x="1679575" y="1379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368" y="578356"/>
            <a:ext cx="2466456" cy="412799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10" name="Google Shape;310;p43"/>
          <p:cNvSpPr txBox="1"/>
          <p:nvPr/>
        </p:nvSpPr>
        <p:spPr>
          <a:xfrm>
            <a:off x="431369" y="202911"/>
            <a:ext cx="219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 Dashboard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369" y="578356"/>
            <a:ext cx="2201987" cy="41279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12" name="Google Shape;312;p43"/>
          <p:cNvSpPr txBox="1"/>
          <p:nvPr/>
        </p:nvSpPr>
        <p:spPr>
          <a:xfrm>
            <a:off x="3677575" y="8187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909" y="197252"/>
            <a:ext cx="2636669" cy="45815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318" name="Google Shape;318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540" y="166485"/>
            <a:ext cx="2606387" cy="46122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19" name="Google Shape;319;p44"/>
          <p:cNvSpPr txBox="1"/>
          <p:nvPr/>
        </p:nvSpPr>
        <p:spPr>
          <a:xfrm>
            <a:off x="3153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7750"/>
            <a:ext cx="2234045" cy="41986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5" name="Google Shape;325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0266" y="542475"/>
            <a:ext cx="2073600" cy="41986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326" name="Google Shape;32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4448" y="542475"/>
            <a:ext cx="220342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7" name="Google Shape;327;p45"/>
          <p:cNvSpPr txBox="1"/>
          <p:nvPr/>
        </p:nvSpPr>
        <p:spPr>
          <a:xfrm>
            <a:off x="381117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877" y="308225"/>
            <a:ext cx="2474286" cy="429459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333" name="Google Shape;33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0402" y="373548"/>
            <a:ext cx="2462264" cy="439535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34" name="Google Shape;334;p46"/>
          <p:cNvSpPr txBox="1"/>
          <p:nvPr/>
        </p:nvSpPr>
        <p:spPr>
          <a:xfrm>
            <a:off x="3397325" y="-881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213" y="578350"/>
            <a:ext cx="2097583" cy="4128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0" name="Google Shape;340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775" y="578350"/>
            <a:ext cx="1937561" cy="41280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1" name="Google Shape;341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673" y="535799"/>
            <a:ext cx="2190675" cy="42131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2" name="Google Shape;342;p47"/>
          <p:cNvSpPr txBox="1"/>
          <p:nvPr/>
        </p:nvSpPr>
        <p:spPr>
          <a:xfrm>
            <a:off x="377652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500" y="568375"/>
            <a:ext cx="2203426" cy="4128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8" name="Google Shape;348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8813" y="542475"/>
            <a:ext cx="224637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9" name="Google Shape;349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7100" y="542475"/>
            <a:ext cx="2203425" cy="417980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0" name="Google Shape;350;p48"/>
          <p:cNvSpPr txBox="1"/>
          <p:nvPr/>
        </p:nvSpPr>
        <p:spPr>
          <a:xfrm>
            <a:off x="3710575" y="-659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259" y="335174"/>
            <a:ext cx="2339600" cy="44731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6" name="Google Shape;35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641" y="335175"/>
            <a:ext cx="2407075" cy="44731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7" name="Google Shape;35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7285" y="335174"/>
            <a:ext cx="2294659" cy="44731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58" name="Google Shape;358;p49"/>
          <p:cNvSpPr txBox="1"/>
          <p:nvPr/>
        </p:nvSpPr>
        <p:spPr>
          <a:xfrm>
            <a:off x="344680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0"/>
          <p:cNvPicPr preferRelativeResize="0"/>
          <p:nvPr/>
        </p:nvPicPr>
        <p:blipFill rotWithShape="1">
          <a:blip r:embed="rId3">
            <a:alphaModFix/>
          </a:blip>
          <a:srcRect b="5917"/>
          <a:stretch/>
        </p:blipFill>
        <p:spPr>
          <a:xfrm>
            <a:off x="529000" y="403200"/>
            <a:ext cx="2208250" cy="40802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4" name="Google Shape;364;p50"/>
          <p:cNvPicPr preferRelativeResize="0"/>
          <p:nvPr/>
        </p:nvPicPr>
        <p:blipFill rotWithShape="1">
          <a:blip r:embed="rId4">
            <a:alphaModFix/>
          </a:blip>
          <a:srcRect b="7518"/>
          <a:stretch/>
        </p:blipFill>
        <p:spPr>
          <a:xfrm>
            <a:off x="3424275" y="403199"/>
            <a:ext cx="2295450" cy="40802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5" name="Google Shape;365;p50"/>
          <p:cNvPicPr preferRelativeResize="0"/>
          <p:nvPr/>
        </p:nvPicPr>
        <p:blipFill rotWithShape="1">
          <a:blip r:embed="rId5">
            <a:alphaModFix/>
          </a:blip>
          <a:srcRect b="5917"/>
          <a:stretch/>
        </p:blipFill>
        <p:spPr>
          <a:xfrm>
            <a:off x="6406750" y="403200"/>
            <a:ext cx="2106100" cy="408027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6" name="Google Shape;366;p50"/>
          <p:cNvSpPr txBox="1"/>
          <p:nvPr/>
        </p:nvSpPr>
        <p:spPr>
          <a:xfrm>
            <a:off x="529000" y="74711"/>
            <a:ext cx="2208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Handler Dashboard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0"/>
          <p:cNvSpPr txBox="1"/>
          <p:nvPr/>
        </p:nvSpPr>
        <p:spPr>
          <a:xfrm>
            <a:off x="3736850" y="-176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284" y="516204"/>
            <a:ext cx="2047859" cy="395142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3" name="Google Shape;37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9805" y="516204"/>
            <a:ext cx="2047850" cy="39921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4" name="Google Shape;374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4716" y="516204"/>
            <a:ext cx="2055600" cy="39921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75" name="Google Shape;375;p51"/>
          <p:cNvSpPr txBox="1"/>
          <p:nvPr/>
        </p:nvSpPr>
        <p:spPr>
          <a:xfrm>
            <a:off x="6267236" y="205481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"/>
          <p:cNvSpPr txBox="1"/>
          <p:nvPr/>
        </p:nvSpPr>
        <p:spPr>
          <a:xfrm>
            <a:off x="365167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2"/>
          <p:cNvSpPr txBox="1"/>
          <p:nvPr/>
        </p:nvSpPr>
        <p:spPr>
          <a:xfrm>
            <a:off x="1263900" y="2202300"/>
            <a:ext cx="661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</a:rPr>
              <a:t>SIMRAN HAFEEZ’S SCREENS</a:t>
            </a:r>
            <a:br>
              <a:rPr lang="en-US" sz="1800" b="1">
                <a:solidFill>
                  <a:schemeClr val="dk2"/>
                </a:solidFill>
              </a:rPr>
            </a:br>
            <a:r>
              <a:rPr lang="en-US" sz="1800" b="1">
                <a:solidFill>
                  <a:schemeClr val="dk2"/>
                </a:solidFill>
              </a:rPr>
              <a:t>(REACT NATIVE)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 descr="blob:https://web.whatsapp.com/92078d71-d734-40db-950b-710280ad0c05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3" descr="blob:https://web.whatsapp.com/92078d71-d734-40db-950b-710280ad0c05"/>
          <p:cNvSpPr/>
          <p:nvPr/>
        </p:nvSpPr>
        <p:spPr>
          <a:xfrm>
            <a:off x="307975" y="59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53" descr="C:\Users\hp\AppData\Local\Temp\{11179D95-08E3-46B8-AE3F-730656032155}.tmp"/>
          <p:cNvPicPr preferRelativeResize="0"/>
          <p:nvPr/>
        </p:nvPicPr>
        <p:blipFill rotWithShape="1">
          <a:blip r:embed="rId3">
            <a:alphaModFix/>
          </a:blip>
          <a:srcRect t="4967" b="10265"/>
          <a:stretch/>
        </p:blipFill>
        <p:spPr>
          <a:xfrm>
            <a:off x="612775" y="573528"/>
            <a:ext cx="2361053" cy="378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3" descr="C:\Users\hp\Downloads\WhatsApp Image 2026-02-19 at 10.38.53 PM.jpeg"/>
          <p:cNvPicPr preferRelativeResize="0"/>
          <p:nvPr/>
        </p:nvPicPr>
        <p:blipFill rotWithShape="1">
          <a:blip r:embed="rId4">
            <a:alphaModFix/>
          </a:blip>
          <a:srcRect t="5240" b="6091"/>
          <a:stretch/>
        </p:blipFill>
        <p:spPr>
          <a:xfrm>
            <a:off x="3275856" y="768927"/>
            <a:ext cx="2361600" cy="35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3" descr="blob:https://web.whatsapp.com/13cfe1c6-ae48-4000-83b3-1b079cd994e4"/>
          <p:cNvSpPr/>
          <p:nvPr/>
        </p:nvSpPr>
        <p:spPr>
          <a:xfrm>
            <a:off x="460375" y="1202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53" descr="C:\Users\hp\Downloads\WhatsApp Image 2026-02-19 at 10.36.07 PM (1).jpeg"/>
          <p:cNvPicPr preferRelativeResize="0"/>
          <p:nvPr/>
        </p:nvPicPr>
        <p:blipFill rotWithShape="1">
          <a:blip r:embed="rId5">
            <a:alphaModFix/>
          </a:blip>
          <a:srcRect t="5246" b="10265"/>
          <a:stretch/>
        </p:blipFill>
        <p:spPr>
          <a:xfrm>
            <a:off x="6084168" y="768927"/>
            <a:ext cx="2393999" cy="35310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3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4" descr="C:\Users\hp\Desktop\WhatsApp Image 2026-02-20 at 1.30.39 PM.jpeg"/>
          <p:cNvPicPr preferRelativeResize="0"/>
          <p:nvPr/>
        </p:nvPicPr>
        <p:blipFill rotWithShape="1">
          <a:blip r:embed="rId3">
            <a:alphaModFix/>
          </a:blip>
          <a:srcRect t="4857" b="10375"/>
          <a:stretch/>
        </p:blipFill>
        <p:spPr>
          <a:xfrm>
            <a:off x="4572000" y="534525"/>
            <a:ext cx="2408401" cy="407445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8" name="Google Shape;398;p54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825" y="534525"/>
            <a:ext cx="2218600" cy="407445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 txBox="1"/>
          <p:nvPr/>
        </p:nvSpPr>
        <p:spPr>
          <a:xfrm>
            <a:off x="706581" y="179243"/>
            <a:ext cx="232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Dashboard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55" descr="C:\Users\hp\Desktop\2.jpeg"/>
          <p:cNvPicPr preferRelativeResize="0"/>
          <p:nvPr/>
        </p:nvPicPr>
        <p:blipFill rotWithShape="1">
          <a:blip r:embed="rId3">
            <a:alphaModFix/>
          </a:blip>
          <a:srcRect t="18571" b="21848"/>
          <a:stretch/>
        </p:blipFill>
        <p:spPr>
          <a:xfrm>
            <a:off x="434965" y="2512639"/>
            <a:ext cx="2393999" cy="1283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5" descr="C:\Users\hp\Desktop\1.jpeg"/>
          <p:cNvPicPr preferRelativeResize="0"/>
          <p:nvPr/>
        </p:nvPicPr>
        <p:blipFill rotWithShape="1">
          <a:blip r:embed="rId4">
            <a:alphaModFix/>
          </a:blip>
          <a:srcRect t="12097" b="27596"/>
          <a:stretch/>
        </p:blipFill>
        <p:spPr>
          <a:xfrm>
            <a:off x="448161" y="519522"/>
            <a:ext cx="2393999" cy="197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5" descr="C:\Users\hp\Desktop\task individual.jpeg"/>
          <p:cNvPicPr preferRelativeResize="0"/>
          <p:nvPr/>
        </p:nvPicPr>
        <p:blipFill rotWithShape="1">
          <a:blip r:embed="rId5">
            <a:alphaModFix/>
          </a:blip>
          <a:srcRect t="11303" b="6425"/>
          <a:stretch/>
        </p:blipFill>
        <p:spPr>
          <a:xfrm>
            <a:off x="3275856" y="519522"/>
            <a:ext cx="2397600" cy="3606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5" descr="C:\Users\hp\Desktop\task grp.jpeg"/>
          <p:cNvPicPr preferRelativeResize="0"/>
          <p:nvPr/>
        </p:nvPicPr>
        <p:blipFill rotWithShape="1">
          <a:blip r:embed="rId6">
            <a:alphaModFix/>
          </a:blip>
          <a:srcRect t="12117" b="6396"/>
          <a:stretch/>
        </p:blipFill>
        <p:spPr>
          <a:xfrm>
            <a:off x="6012160" y="519522"/>
            <a:ext cx="2393999" cy="327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5" descr="C:\Users\hp\Desktop\meetings.jpeg"/>
          <p:cNvPicPr preferRelativeResize="0"/>
          <p:nvPr/>
        </p:nvPicPr>
        <p:blipFill rotWithShape="1">
          <a:blip r:embed="rId7">
            <a:alphaModFix/>
          </a:blip>
          <a:srcRect t="81144" b="10820"/>
          <a:stretch/>
        </p:blipFill>
        <p:spPr>
          <a:xfrm>
            <a:off x="6038924" y="3796122"/>
            <a:ext cx="2367237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5" descr="C:\Users\hp\Desktop\meetings.jpeg"/>
          <p:cNvPicPr preferRelativeResize="0"/>
          <p:nvPr/>
        </p:nvPicPr>
        <p:blipFill rotWithShape="1">
          <a:blip r:embed="rId7">
            <a:alphaModFix/>
          </a:blip>
          <a:srcRect t="81144" b="10820"/>
          <a:stretch/>
        </p:blipFill>
        <p:spPr>
          <a:xfrm>
            <a:off x="3275856" y="3941973"/>
            <a:ext cx="2397600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5" descr="C:\Users\hp\Desktop\meetings.jpeg"/>
          <p:cNvPicPr preferRelativeResize="0"/>
          <p:nvPr/>
        </p:nvPicPr>
        <p:blipFill rotWithShape="1">
          <a:blip r:embed="rId7">
            <a:alphaModFix/>
          </a:blip>
          <a:srcRect t="81144" b="10820"/>
          <a:stretch/>
        </p:blipFill>
        <p:spPr>
          <a:xfrm>
            <a:off x="448161" y="3808911"/>
            <a:ext cx="2397600" cy="35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 descr="blob:https://web.whatsapp.com/fa96d74d-2c87-4aa5-a28e-db7eabdac1a6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6" descr="blob:https://web.whatsapp.com/fa96d74d-2c87-4aa5-a28e-db7eabdac1a6"/>
          <p:cNvSpPr/>
          <p:nvPr/>
        </p:nvSpPr>
        <p:spPr>
          <a:xfrm>
            <a:off x="307975" y="59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56" descr="C:\Users\hp\Desktop\meetongs.jpeg"/>
          <p:cNvPicPr preferRelativeResize="0"/>
          <p:nvPr/>
        </p:nvPicPr>
        <p:blipFill rotWithShape="1">
          <a:blip r:embed="rId3">
            <a:alphaModFix/>
          </a:blip>
          <a:srcRect t="4944" b="10237"/>
          <a:stretch/>
        </p:blipFill>
        <p:spPr>
          <a:xfrm>
            <a:off x="6012160" y="633845"/>
            <a:ext cx="2592288" cy="394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6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4512" b="10820"/>
          <a:stretch/>
        </p:blipFill>
        <p:spPr>
          <a:xfrm>
            <a:off x="317963" y="428513"/>
            <a:ext cx="2572008" cy="415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6" descr="C:\Users\hp\Desktop\details.jpeg"/>
          <p:cNvPicPr preferRelativeResize="0"/>
          <p:nvPr/>
        </p:nvPicPr>
        <p:blipFill rotWithShape="1">
          <a:blip r:embed="rId5">
            <a:alphaModFix/>
          </a:blip>
          <a:srcRect t="4947" b="10486"/>
          <a:stretch/>
        </p:blipFill>
        <p:spPr>
          <a:xfrm>
            <a:off x="3203848" y="633845"/>
            <a:ext cx="2448272" cy="3947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7" descr="C:\Users\hp\Desktop\profie.jpeg"/>
          <p:cNvPicPr preferRelativeResize="0"/>
          <p:nvPr/>
        </p:nvPicPr>
        <p:blipFill rotWithShape="1">
          <a:blip r:embed="rId3">
            <a:alphaModFix/>
          </a:blip>
          <a:srcRect t="4257" b="7223"/>
          <a:stretch/>
        </p:blipFill>
        <p:spPr>
          <a:xfrm>
            <a:off x="2771800" y="681261"/>
            <a:ext cx="2411257" cy="38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8" descr="blob:https://web.whatsapp.com/d304042e-6dd6-4e70-a279-ed174ca5a9ad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8" descr="blob:https://web.whatsapp.com/d304042e-6dd6-4e70-a279-ed174ca5a9ad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8" descr="blob:https://web.whatsapp.com/d304042e-6dd6-4e70-a279-ed174ca5a9ad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8" descr="blob:https://web.whatsapp.com/d304042e-6dd6-4e70-a279-ed174ca5a9ad"/>
          <p:cNvSpPr/>
          <p:nvPr/>
        </p:nvSpPr>
        <p:spPr>
          <a:xfrm>
            <a:off x="612775" y="31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8" descr="blob:https://web.whatsapp.com/d304042e-6dd6-4e70-a279-ed174ca5a9ad"/>
          <p:cNvSpPr/>
          <p:nvPr/>
        </p:nvSpPr>
        <p:spPr>
          <a:xfrm>
            <a:off x="765175" y="465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8" descr="blob:https://web.whatsapp.com/d304042e-6dd6-4e70-a279-ed174ca5a9ad"/>
          <p:cNvSpPr/>
          <p:nvPr/>
        </p:nvSpPr>
        <p:spPr>
          <a:xfrm>
            <a:off x="917575" y="617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8" descr="blob:https://web.whatsapp.com/d304042e-6dd6-4e70-a279-ed174ca5a9ad"/>
          <p:cNvSpPr/>
          <p:nvPr/>
        </p:nvSpPr>
        <p:spPr>
          <a:xfrm>
            <a:off x="1069975" y="769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8" descr="blob:https://web.whatsapp.com/d304042e-6dd6-4e70-a279-ed174ca5a9ad"/>
          <p:cNvSpPr/>
          <p:nvPr/>
        </p:nvSpPr>
        <p:spPr>
          <a:xfrm>
            <a:off x="1222375" y="922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8" descr="blob:https://web.whatsapp.com/d304042e-6dd6-4e70-a279-ed174ca5a9ad"/>
          <p:cNvSpPr/>
          <p:nvPr/>
        </p:nvSpPr>
        <p:spPr>
          <a:xfrm>
            <a:off x="1374775" y="1074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8" descr="blob:https://web.whatsapp.com/d304042e-6dd6-4e70-a279-ed174ca5a9ad"/>
          <p:cNvSpPr/>
          <p:nvPr/>
        </p:nvSpPr>
        <p:spPr>
          <a:xfrm>
            <a:off x="1527175" y="1227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8" descr="blob:https://web.whatsapp.com/d304042e-6dd6-4e70-a279-ed174ca5a9ad"/>
          <p:cNvSpPr/>
          <p:nvPr/>
        </p:nvSpPr>
        <p:spPr>
          <a:xfrm>
            <a:off x="1679575" y="1379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8"/>
          <p:cNvSpPr txBox="1"/>
          <p:nvPr/>
        </p:nvSpPr>
        <p:spPr>
          <a:xfrm>
            <a:off x="430123" y="127883"/>
            <a:ext cx="21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 Dashboard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58" descr="C:\Users\hp\Desktop\sup1.jpeg"/>
          <p:cNvPicPr preferRelativeResize="0"/>
          <p:nvPr/>
        </p:nvPicPr>
        <p:blipFill rotWithShape="1">
          <a:blip r:embed="rId3">
            <a:alphaModFix/>
          </a:blip>
          <a:srcRect t="10369" b="10353"/>
          <a:stretch/>
        </p:blipFill>
        <p:spPr>
          <a:xfrm>
            <a:off x="482297" y="922338"/>
            <a:ext cx="2089757" cy="213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8" descr="C:\Users\hp\Desktop\supervisor.jpeg"/>
          <p:cNvPicPr preferRelativeResize="0"/>
          <p:nvPr/>
        </p:nvPicPr>
        <p:blipFill rotWithShape="1">
          <a:blip r:embed="rId4">
            <a:alphaModFix/>
          </a:blip>
          <a:srcRect t="42780" b="11684"/>
          <a:stretch/>
        </p:blipFill>
        <p:spPr>
          <a:xfrm>
            <a:off x="470971" y="3057803"/>
            <a:ext cx="2089757" cy="12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8" descr="C:\Users\hp\Desktop\meetings.jpeg"/>
          <p:cNvPicPr preferRelativeResize="0"/>
          <p:nvPr/>
        </p:nvPicPr>
        <p:blipFill rotWithShape="1">
          <a:blip r:embed="rId5">
            <a:alphaModFix/>
          </a:blip>
          <a:srcRect t="81144" b="10820"/>
          <a:stretch/>
        </p:blipFill>
        <p:spPr>
          <a:xfrm>
            <a:off x="430123" y="4398165"/>
            <a:ext cx="2194104" cy="394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8" descr="C:\Users\hp\Desktop\grp1.jpeg"/>
          <p:cNvPicPr preferRelativeResize="0"/>
          <p:nvPr/>
        </p:nvPicPr>
        <p:blipFill rotWithShape="1">
          <a:blip r:embed="rId6">
            <a:alphaModFix/>
          </a:blip>
          <a:srcRect t="5551" b="14684"/>
          <a:stretch/>
        </p:blipFill>
        <p:spPr>
          <a:xfrm>
            <a:off x="3275855" y="769936"/>
            <a:ext cx="2411257" cy="3583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8" descr="C:\Users\hp\Desktop\grpdetaisl.jpeg"/>
          <p:cNvPicPr preferRelativeResize="0"/>
          <p:nvPr/>
        </p:nvPicPr>
        <p:blipFill rotWithShape="1">
          <a:blip r:embed="rId7">
            <a:alphaModFix/>
          </a:blip>
          <a:srcRect t="79704" b="12599"/>
          <a:stretch/>
        </p:blipFill>
        <p:spPr>
          <a:xfrm>
            <a:off x="3275856" y="4353791"/>
            <a:ext cx="2411257" cy="324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8" descr="C:\Users\hp\Desktop\assigntask.jpeg"/>
          <p:cNvPicPr preferRelativeResize="0"/>
          <p:nvPr/>
        </p:nvPicPr>
        <p:blipFill rotWithShape="1">
          <a:blip r:embed="rId8">
            <a:alphaModFix/>
          </a:blip>
          <a:srcRect t="11829" b="20263"/>
          <a:stretch/>
        </p:blipFill>
        <p:spPr>
          <a:xfrm>
            <a:off x="6156176" y="922339"/>
            <a:ext cx="2089757" cy="268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8" descr="C:\Users\hp\Desktop\asntask.jpeg"/>
          <p:cNvPicPr preferRelativeResize="0"/>
          <p:nvPr/>
        </p:nvPicPr>
        <p:blipFill rotWithShape="1">
          <a:blip r:embed="rId9">
            <a:alphaModFix/>
          </a:blip>
          <a:srcRect t="53356" b="13173"/>
          <a:stretch/>
        </p:blipFill>
        <p:spPr>
          <a:xfrm>
            <a:off x="6165870" y="3605646"/>
            <a:ext cx="2089757" cy="1072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59" descr="C:\Users\hp\Desktop\taskAindi.jpeg"/>
          <p:cNvPicPr preferRelativeResize="0"/>
          <p:nvPr/>
        </p:nvPicPr>
        <p:blipFill rotWithShape="1">
          <a:blip r:embed="rId3">
            <a:alphaModFix/>
          </a:blip>
          <a:srcRect t="4635" b="15986"/>
          <a:stretch/>
        </p:blipFill>
        <p:spPr>
          <a:xfrm>
            <a:off x="179512" y="197252"/>
            <a:ext cx="2572008" cy="34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9" descr="C:\Users\hp\Desktop\TaskAin.jpeg"/>
          <p:cNvPicPr preferRelativeResize="0"/>
          <p:nvPr/>
        </p:nvPicPr>
        <p:blipFill rotWithShape="1">
          <a:blip r:embed="rId4">
            <a:alphaModFix/>
          </a:blip>
          <a:srcRect t="63810" b="10800"/>
          <a:stretch/>
        </p:blipFill>
        <p:spPr>
          <a:xfrm>
            <a:off x="179512" y="3628502"/>
            <a:ext cx="2572008" cy="1049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9" descr="C:\Users\hp\Desktop\attendence.jpeg"/>
          <p:cNvPicPr preferRelativeResize="0"/>
          <p:nvPr/>
        </p:nvPicPr>
        <p:blipFill rotWithShape="1">
          <a:blip r:embed="rId5">
            <a:alphaModFix/>
          </a:blip>
          <a:srcRect t="4751" b="28515"/>
          <a:stretch/>
        </p:blipFill>
        <p:spPr>
          <a:xfrm>
            <a:off x="3131840" y="197252"/>
            <a:ext cx="2572008" cy="2421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9" descr="C:\Users\hp\Desktop\attendencee.jpeg"/>
          <p:cNvPicPr preferRelativeResize="0"/>
          <p:nvPr/>
        </p:nvPicPr>
        <p:blipFill rotWithShape="1">
          <a:blip r:embed="rId6">
            <a:alphaModFix/>
          </a:blip>
          <a:srcRect t="46847" b="11011"/>
          <a:stretch/>
        </p:blipFill>
        <p:spPr>
          <a:xfrm>
            <a:off x="3131840" y="2618334"/>
            <a:ext cx="2572008" cy="205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9" descr="C:\Users\hp\Desktop\groupattendence.jpeg"/>
          <p:cNvPicPr preferRelativeResize="0"/>
          <p:nvPr/>
        </p:nvPicPr>
        <p:blipFill rotWithShape="1">
          <a:blip r:embed="rId7">
            <a:alphaModFix/>
          </a:blip>
          <a:srcRect t="4467" b="10607"/>
          <a:stretch/>
        </p:blipFill>
        <p:spPr>
          <a:xfrm>
            <a:off x="6156176" y="411510"/>
            <a:ext cx="2411257" cy="4266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60" descr="C:\Users\hp\Desktop\schedulemeeting.jpeg"/>
          <p:cNvPicPr preferRelativeResize="0"/>
          <p:nvPr/>
        </p:nvPicPr>
        <p:blipFill rotWithShape="1">
          <a:blip r:embed="rId3">
            <a:alphaModFix/>
          </a:blip>
          <a:srcRect t="11140" b="16616"/>
          <a:stretch/>
        </p:blipFill>
        <p:spPr>
          <a:xfrm>
            <a:off x="669219" y="633844"/>
            <a:ext cx="2411257" cy="236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60" descr="C:\Users\hp\Desktop\schemeeting.jpeg"/>
          <p:cNvPicPr preferRelativeResize="0"/>
          <p:nvPr/>
        </p:nvPicPr>
        <p:blipFill rotWithShape="1">
          <a:blip r:embed="rId4">
            <a:alphaModFix/>
          </a:blip>
          <a:srcRect t="30154" b="10684"/>
          <a:stretch/>
        </p:blipFill>
        <p:spPr>
          <a:xfrm>
            <a:off x="669219" y="3003798"/>
            <a:ext cx="2411257" cy="16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60" descr="C:\Users\hp\Desktop\editmeeting.jpeg"/>
          <p:cNvPicPr preferRelativeResize="0"/>
          <p:nvPr/>
        </p:nvPicPr>
        <p:blipFill rotWithShape="1">
          <a:blip r:embed="rId5">
            <a:alphaModFix/>
          </a:blip>
          <a:srcRect t="11265" b="10229"/>
          <a:stretch/>
        </p:blipFill>
        <p:spPr>
          <a:xfrm>
            <a:off x="3419872" y="633845"/>
            <a:ext cx="1808442" cy="40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0" descr="C:\Users\hp\Desktop\10.jpeg"/>
          <p:cNvPicPr preferRelativeResize="0"/>
          <p:nvPr/>
        </p:nvPicPr>
        <p:blipFill rotWithShape="1">
          <a:blip r:embed="rId6">
            <a:alphaModFix/>
          </a:blip>
          <a:srcRect t="11774" b="14863"/>
          <a:stretch/>
        </p:blipFill>
        <p:spPr>
          <a:xfrm>
            <a:off x="6084168" y="624679"/>
            <a:ext cx="2572008" cy="366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0" descr="C:\Users\hp\Desktop\meetings.jpeg"/>
          <p:cNvPicPr preferRelativeResize="0"/>
          <p:nvPr/>
        </p:nvPicPr>
        <p:blipFill rotWithShape="1">
          <a:blip r:embed="rId7">
            <a:alphaModFix/>
          </a:blip>
          <a:srcRect t="81144" b="10820"/>
          <a:stretch/>
        </p:blipFill>
        <p:spPr>
          <a:xfrm>
            <a:off x="6084168" y="4191930"/>
            <a:ext cx="2572008" cy="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0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61" descr="C:\Users\hp\Desktop\11.jpeg"/>
          <p:cNvPicPr preferRelativeResize="0"/>
          <p:nvPr/>
        </p:nvPicPr>
        <p:blipFill rotWithShape="1">
          <a:blip r:embed="rId3">
            <a:alphaModFix/>
          </a:blip>
          <a:srcRect t="10706" b="10398"/>
          <a:stretch/>
        </p:blipFill>
        <p:spPr>
          <a:xfrm>
            <a:off x="251520" y="249492"/>
            <a:ext cx="2716024" cy="42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1" descr="C:\Users\hp\Desktop\12.jpeg"/>
          <p:cNvPicPr preferRelativeResize="0"/>
          <p:nvPr/>
        </p:nvPicPr>
        <p:blipFill rotWithShape="1">
          <a:blip r:embed="rId4">
            <a:alphaModFix/>
          </a:blip>
          <a:srcRect t="11133" b="33446"/>
          <a:stretch/>
        </p:blipFill>
        <p:spPr>
          <a:xfrm>
            <a:off x="6300192" y="366435"/>
            <a:ext cx="2411257" cy="224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1" descr="C:\Users\hp\Desktop\13.jpeg"/>
          <p:cNvPicPr preferRelativeResize="0"/>
          <p:nvPr/>
        </p:nvPicPr>
        <p:blipFill rotWithShape="1">
          <a:blip r:embed="rId5">
            <a:alphaModFix/>
          </a:blip>
          <a:srcRect t="44256" b="10661"/>
          <a:stretch/>
        </p:blipFill>
        <p:spPr>
          <a:xfrm>
            <a:off x="6300192" y="2610872"/>
            <a:ext cx="2412001" cy="214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62"/>
          <p:cNvPicPr preferRelativeResize="0"/>
          <p:nvPr/>
        </p:nvPicPr>
        <p:blipFill rotWithShape="1">
          <a:blip r:embed="rId3">
            <a:alphaModFix/>
          </a:blip>
          <a:srcRect b="15761"/>
          <a:stretch/>
        </p:blipFill>
        <p:spPr>
          <a:xfrm>
            <a:off x="5292080" y="566548"/>
            <a:ext cx="2592288" cy="40509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1" name="Google Shape;481;p62" descr="C:\Users\hp\Desktop\15.jpeg"/>
          <p:cNvPicPr preferRelativeResize="0"/>
          <p:nvPr/>
        </p:nvPicPr>
        <p:blipFill rotWithShape="1">
          <a:blip r:embed="rId4">
            <a:alphaModFix/>
          </a:blip>
          <a:srcRect t="11658" b="10821"/>
          <a:stretch/>
        </p:blipFill>
        <p:spPr>
          <a:xfrm>
            <a:off x="755576" y="357505"/>
            <a:ext cx="2592288" cy="275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2" descr="C:\Users\hp\Desktop\14.jpeg"/>
          <p:cNvPicPr preferRelativeResize="0"/>
          <p:nvPr/>
        </p:nvPicPr>
        <p:blipFill rotWithShape="1">
          <a:blip r:embed="rId5">
            <a:alphaModFix/>
          </a:blip>
          <a:srcRect t="53564" b="10699"/>
          <a:stretch/>
        </p:blipFill>
        <p:spPr>
          <a:xfrm>
            <a:off x="755575" y="3111810"/>
            <a:ext cx="2592289" cy="151216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2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 descr="blob:https://web.whatsapp.com/8420f976-4980-4b23-90fd-25dc7201e98a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63" descr="blob:https://web.whatsapp.com/8420f976-4980-4b23-90fd-25dc7201e98a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63" descr="blob:https://web.whatsapp.com/8420f976-4980-4b23-90fd-25dc7201e98a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63" descr="C:\Users\hp\Desktop\16.jpeg"/>
          <p:cNvPicPr preferRelativeResize="0"/>
          <p:nvPr/>
        </p:nvPicPr>
        <p:blipFill rotWithShape="1">
          <a:blip r:embed="rId3">
            <a:alphaModFix/>
          </a:blip>
          <a:srcRect t="10638" b="20769"/>
          <a:stretch/>
        </p:blipFill>
        <p:spPr>
          <a:xfrm>
            <a:off x="612775" y="470467"/>
            <a:ext cx="2375050" cy="259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3" descr="C:\Users\hp\Desktop\17.jpeg"/>
          <p:cNvPicPr preferRelativeResize="0"/>
          <p:nvPr/>
        </p:nvPicPr>
        <p:blipFill rotWithShape="1">
          <a:blip r:embed="rId4">
            <a:alphaModFix/>
          </a:blip>
          <a:srcRect t="61908" b="10232"/>
          <a:stretch/>
        </p:blipFill>
        <p:spPr>
          <a:xfrm>
            <a:off x="610158" y="3074348"/>
            <a:ext cx="2375999" cy="111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3" descr="C:\Users\hp\Desktop\meetings.jpeg"/>
          <p:cNvPicPr preferRelativeResize="0"/>
          <p:nvPr/>
        </p:nvPicPr>
        <p:blipFill rotWithShape="1">
          <a:blip r:embed="rId5">
            <a:alphaModFix/>
          </a:blip>
          <a:srcRect t="81144" b="10820"/>
          <a:stretch/>
        </p:blipFill>
        <p:spPr>
          <a:xfrm>
            <a:off x="612775" y="4154413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3" descr="C:\Users\hp\Desktop\19.jpeg"/>
          <p:cNvPicPr preferRelativeResize="0"/>
          <p:nvPr/>
        </p:nvPicPr>
        <p:blipFill rotWithShape="1">
          <a:blip r:embed="rId6">
            <a:alphaModFix/>
          </a:blip>
          <a:srcRect t="11746" b="17954"/>
          <a:stretch/>
        </p:blipFill>
        <p:spPr>
          <a:xfrm>
            <a:off x="3262179" y="470467"/>
            <a:ext cx="2411257" cy="368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3" descr="C:\Users\hp\Desktop\meetings.jpeg"/>
          <p:cNvPicPr preferRelativeResize="0"/>
          <p:nvPr/>
        </p:nvPicPr>
        <p:blipFill rotWithShape="1">
          <a:blip r:embed="rId5">
            <a:alphaModFix/>
          </a:blip>
          <a:srcRect t="81144" b="10820"/>
          <a:stretch/>
        </p:blipFill>
        <p:spPr>
          <a:xfrm>
            <a:off x="3262179" y="4154412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3" descr="C:\Users\hp\Desktop\20.jpeg"/>
          <p:cNvPicPr preferRelativeResize="0"/>
          <p:nvPr/>
        </p:nvPicPr>
        <p:blipFill rotWithShape="1">
          <a:blip r:embed="rId7">
            <a:alphaModFix/>
          </a:blip>
          <a:srcRect t="4681" b="29653"/>
          <a:stretch/>
        </p:blipFill>
        <p:spPr>
          <a:xfrm>
            <a:off x="5940152" y="465139"/>
            <a:ext cx="2250507" cy="248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3" descr="C:\Users\hp\Desktop\21.jpeg"/>
          <p:cNvPicPr preferRelativeResize="0"/>
          <p:nvPr/>
        </p:nvPicPr>
        <p:blipFill rotWithShape="1">
          <a:blip r:embed="rId8">
            <a:alphaModFix/>
          </a:blip>
          <a:srcRect t="47844" b="19324"/>
          <a:stretch/>
        </p:blipFill>
        <p:spPr>
          <a:xfrm>
            <a:off x="5949961" y="2952400"/>
            <a:ext cx="2250507" cy="1241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3" descr="C:\Users\hp\Desktop\meetings.jpeg"/>
          <p:cNvPicPr preferRelativeResize="0"/>
          <p:nvPr/>
        </p:nvPicPr>
        <p:blipFill rotWithShape="1">
          <a:blip r:embed="rId5">
            <a:alphaModFix/>
          </a:blip>
          <a:srcRect t="81144" b="10820"/>
          <a:stretch/>
        </p:blipFill>
        <p:spPr>
          <a:xfrm>
            <a:off x="5915041" y="4212009"/>
            <a:ext cx="2375999" cy="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3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64" descr="C:\Users\hp\Desktop\22.jpeg"/>
          <p:cNvPicPr preferRelativeResize="0"/>
          <p:nvPr/>
        </p:nvPicPr>
        <p:blipFill rotWithShape="1">
          <a:blip r:embed="rId3">
            <a:alphaModFix/>
          </a:blip>
          <a:srcRect t="4458" b="10781"/>
          <a:stretch/>
        </p:blipFill>
        <p:spPr>
          <a:xfrm>
            <a:off x="467544" y="332510"/>
            <a:ext cx="2448272" cy="371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4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467544" y="4047659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4" descr="C:\Users\hp\Desktop\23.jpeg"/>
          <p:cNvPicPr preferRelativeResize="0"/>
          <p:nvPr/>
        </p:nvPicPr>
        <p:blipFill rotWithShape="1">
          <a:blip r:embed="rId5">
            <a:alphaModFix/>
          </a:blip>
          <a:srcRect t="4979" b="10901"/>
          <a:stretch/>
        </p:blipFill>
        <p:spPr>
          <a:xfrm>
            <a:off x="3203848" y="332510"/>
            <a:ext cx="2250507" cy="310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4" descr="C:\Users\hp\Desktop\24.jpeg"/>
          <p:cNvPicPr preferRelativeResize="0"/>
          <p:nvPr/>
        </p:nvPicPr>
        <p:blipFill rotWithShape="1">
          <a:blip r:embed="rId6">
            <a:alphaModFix/>
          </a:blip>
          <a:srcRect t="71432" b="11249"/>
          <a:stretch/>
        </p:blipFill>
        <p:spPr>
          <a:xfrm>
            <a:off x="3203849" y="3445279"/>
            <a:ext cx="2250507" cy="654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4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3203848" y="4099907"/>
            <a:ext cx="2250507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4" descr="C:\Users\hp\Desktop\25.jpeg"/>
          <p:cNvPicPr preferRelativeResize="0"/>
          <p:nvPr/>
        </p:nvPicPr>
        <p:blipFill rotWithShape="1">
          <a:blip r:embed="rId7">
            <a:alphaModFix/>
          </a:blip>
          <a:srcRect t="11379" b="22922"/>
          <a:stretch/>
        </p:blipFill>
        <p:spPr>
          <a:xfrm>
            <a:off x="5868144" y="332510"/>
            <a:ext cx="2250507" cy="254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4" descr="C:\Users\hp\Desktop\26.jpeg"/>
          <p:cNvPicPr preferRelativeResize="0"/>
          <p:nvPr/>
        </p:nvPicPr>
        <p:blipFill rotWithShape="1">
          <a:blip r:embed="rId8">
            <a:alphaModFix/>
          </a:blip>
          <a:srcRect t="52024" b="10591"/>
          <a:stretch/>
        </p:blipFill>
        <p:spPr>
          <a:xfrm>
            <a:off x="5878310" y="2873299"/>
            <a:ext cx="2250507" cy="16675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4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65"/>
          <p:cNvPicPr preferRelativeResize="0"/>
          <p:nvPr/>
        </p:nvPicPr>
        <p:blipFill rotWithShape="1">
          <a:blip r:embed="rId3">
            <a:alphaModFix/>
          </a:blip>
          <a:srcRect b="10442"/>
          <a:stretch/>
        </p:blipFill>
        <p:spPr>
          <a:xfrm>
            <a:off x="2977888" y="318136"/>
            <a:ext cx="2244425" cy="402459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8" name="Google Shape;518;p65" descr="C:\Users\hp\Desktop\28.jpeg"/>
          <p:cNvPicPr preferRelativeResize="0"/>
          <p:nvPr/>
        </p:nvPicPr>
        <p:blipFill rotWithShape="1">
          <a:blip r:embed="rId4">
            <a:alphaModFix/>
          </a:blip>
          <a:srcRect t="46143" b="10698"/>
          <a:stretch/>
        </p:blipFill>
        <p:spPr>
          <a:xfrm>
            <a:off x="323528" y="3051910"/>
            <a:ext cx="2250507" cy="1438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5" descr="C:\Users\hp\Desktop\28.jpeg"/>
          <p:cNvPicPr preferRelativeResize="0"/>
          <p:nvPr/>
        </p:nvPicPr>
        <p:blipFill rotWithShape="1">
          <a:blip r:embed="rId5">
            <a:alphaModFix/>
          </a:blip>
          <a:srcRect t="11777" b="29395"/>
          <a:stretch/>
        </p:blipFill>
        <p:spPr>
          <a:xfrm>
            <a:off x="356708" y="257155"/>
            <a:ext cx="2250507" cy="276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5" descr="C:\Users\hp\Desktop\29.jpeg"/>
          <p:cNvPicPr preferRelativeResize="0"/>
          <p:nvPr/>
        </p:nvPicPr>
        <p:blipFill rotWithShape="1">
          <a:blip r:embed="rId6">
            <a:alphaModFix/>
          </a:blip>
          <a:srcRect t="5039" b="11390"/>
          <a:stretch/>
        </p:blipFill>
        <p:spPr>
          <a:xfrm>
            <a:off x="5652120" y="257155"/>
            <a:ext cx="2250507" cy="276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5" descr="C:\Users\hp\Desktop\30.jpeg"/>
          <p:cNvPicPr preferRelativeResize="0"/>
          <p:nvPr/>
        </p:nvPicPr>
        <p:blipFill rotWithShape="1">
          <a:blip r:embed="rId7">
            <a:alphaModFix/>
          </a:blip>
          <a:srcRect t="44006" b="12954"/>
          <a:stretch/>
        </p:blipFill>
        <p:spPr>
          <a:xfrm>
            <a:off x="5652117" y="3020737"/>
            <a:ext cx="2250507" cy="111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5" descr="C:\Users\hp\Desktop\meetings.jpeg"/>
          <p:cNvPicPr preferRelativeResize="0"/>
          <p:nvPr/>
        </p:nvPicPr>
        <p:blipFill rotWithShape="1">
          <a:blip r:embed="rId8">
            <a:alphaModFix/>
          </a:blip>
          <a:srcRect t="81144" b="10820"/>
          <a:stretch/>
        </p:blipFill>
        <p:spPr>
          <a:xfrm>
            <a:off x="5652116" y="4137924"/>
            <a:ext cx="2250507" cy="35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5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66" descr="C:\Users\hp\Desktop\31.jpeg"/>
          <p:cNvPicPr preferRelativeResize="0"/>
          <p:nvPr/>
        </p:nvPicPr>
        <p:blipFill rotWithShape="1">
          <a:blip r:embed="rId3">
            <a:alphaModFix/>
          </a:blip>
          <a:srcRect t="4314" b="10259"/>
          <a:stretch/>
        </p:blipFill>
        <p:spPr>
          <a:xfrm>
            <a:off x="1043608" y="570933"/>
            <a:ext cx="1687880" cy="3729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6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1066180" y="3966000"/>
            <a:ext cx="2250507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6" descr="C:\Users\hp\Desktop\32.jpeg"/>
          <p:cNvPicPr preferRelativeResize="0"/>
          <p:nvPr/>
        </p:nvPicPr>
        <p:blipFill rotWithShape="1">
          <a:blip r:embed="rId5">
            <a:alphaModFix/>
          </a:blip>
          <a:srcRect t="4571" b="5613"/>
          <a:stretch/>
        </p:blipFill>
        <p:spPr>
          <a:xfrm>
            <a:off x="4716016" y="570933"/>
            <a:ext cx="2250507" cy="339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6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4693816" y="3922785"/>
            <a:ext cx="2250507" cy="35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6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 b="0" i="0" u="none" strike="noStrike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7"/>
          <p:cNvPicPr preferRelativeResize="0"/>
          <p:nvPr/>
        </p:nvPicPr>
        <p:blipFill rotWithShape="1">
          <a:blip r:embed="rId3">
            <a:alphaModFix/>
          </a:blip>
          <a:srcRect b="7518"/>
          <a:stretch/>
        </p:blipFill>
        <p:spPr>
          <a:xfrm>
            <a:off x="3424275" y="351710"/>
            <a:ext cx="2295450" cy="40802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8" name="Google Shape;538;p67"/>
          <p:cNvSpPr txBox="1"/>
          <p:nvPr/>
        </p:nvSpPr>
        <p:spPr>
          <a:xfrm>
            <a:off x="529000" y="74711"/>
            <a:ext cx="2208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 Handler Dashboard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67" descr="C:\Users\hp\Desktop\33.jpeg"/>
          <p:cNvPicPr preferRelativeResize="0"/>
          <p:nvPr/>
        </p:nvPicPr>
        <p:blipFill rotWithShape="1">
          <a:blip r:embed="rId4">
            <a:alphaModFix/>
          </a:blip>
          <a:srcRect l="940" t="4499" r="-940" b="34772"/>
          <a:stretch/>
        </p:blipFill>
        <p:spPr>
          <a:xfrm>
            <a:off x="611560" y="351710"/>
            <a:ext cx="2250507" cy="229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7" descr="C:\Users\hp\Desktop\34.jpeg"/>
          <p:cNvPicPr preferRelativeResize="0"/>
          <p:nvPr/>
        </p:nvPicPr>
        <p:blipFill rotWithShape="1">
          <a:blip r:embed="rId5">
            <a:alphaModFix/>
          </a:blip>
          <a:srcRect l="3090" t="51465" r="-3090" b="14263"/>
          <a:stretch/>
        </p:blipFill>
        <p:spPr>
          <a:xfrm>
            <a:off x="611560" y="2647235"/>
            <a:ext cx="2250507" cy="164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7" descr="C:\Users\hp\Desktop\meetings.jpeg"/>
          <p:cNvPicPr preferRelativeResize="0"/>
          <p:nvPr/>
        </p:nvPicPr>
        <p:blipFill rotWithShape="1">
          <a:blip r:embed="rId6">
            <a:alphaModFix/>
          </a:blip>
          <a:srcRect t="81144" b="10820"/>
          <a:stretch/>
        </p:blipFill>
        <p:spPr>
          <a:xfrm>
            <a:off x="611559" y="4293484"/>
            <a:ext cx="2125690" cy="35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8" descr="C:\Users\hp\Desktop\35.jpeg"/>
          <p:cNvPicPr preferRelativeResize="0"/>
          <p:nvPr/>
        </p:nvPicPr>
        <p:blipFill rotWithShape="1">
          <a:blip r:embed="rId3">
            <a:alphaModFix/>
          </a:blip>
          <a:srcRect t="4732" b="10600"/>
          <a:stretch/>
        </p:blipFill>
        <p:spPr>
          <a:xfrm>
            <a:off x="3131840" y="573528"/>
            <a:ext cx="2250507" cy="3601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9" descr="blob:https://web.whatsapp.com/8ee4e83e-1f48-415c-848e-1212de1c13be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69"/>
          <p:cNvSpPr txBox="1"/>
          <p:nvPr/>
        </p:nvSpPr>
        <p:spPr>
          <a:xfrm>
            <a:off x="510163" y="65299"/>
            <a:ext cx="261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Committee Head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69" descr="C:\Users\hp\Desktop\36.jpeg"/>
          <p:cNvPicPr preferRelativeResize="0"/>
          <p:nvPr/>
        </p:nvPicPr>
        <p:blipFill rotWithShape="1">
          <a:blip r:embed="rId3">
            <a:alphaModFix/>
          </a:blip>
          <a:srcRect t="5015" b="10838"/>
          <a:stretch/>
        </p:blipFill>
        <p:spPr>
          <a:xfrm>
            <a:off x="319311" y="367171"/>
            <a:ext cx="2333645" cy="382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9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319311" y="4293484"/>
            <a:ext cx="2333645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69" descr="C:\Users\hp\Desktop\37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3848" y="203798"/>
            <a:ext cx="2736304" cy="197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9" descr="C:\Users\hp\Desktop\38.jpe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03848" y="2178579"/>
            <a:ext cx="2736304" cy="124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9" descr="C:\Users\hp\Desktop\39.jpe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03848" y="3412123"/>
            <a:ext cx="2736304" cy="124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69" descr="C:\Users\hp\Desktop\40.jpe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8184" y="307003"/>
            <a:ext cx="2520000" cy="172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9" descr="C:\Users\hp\Desktop\41.jpe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28184" y="2031691"/>
            <a:ext cx="2520000" cy="91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9" descr="C:\Users\hp\Desktop\42.jpe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28184" y="2930972"/>
            <a:ext cx="2520000" cy="171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0" descr="blob:https://web.whatsapp.com/4cfbb076-238c-4ebf-aad3-ae0940db62a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70" descr="blob:https://web.whatsapp.com/4cfbb076-238c-4ebf-aad3-ae0940db62a2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70" descr="blob:https://web.whatsapp.com/4cfbb076-238c-4ebf-aad3-ae0940db62a2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0" descr="blob:https://web.whatsapp.com/4cfbb076-238c-4ebf-aad3-ae0940db62a2"/>
          <p:cNvSpPr/>
          <p:nvPr/>
        </p:nvSpPr>
        <p:spPr>
          <a:xfrm>
            <a:off x="612775" y="31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13" y="465139"/>
            <a:ext cx="2491200" cy="436663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70" name="Google Shape;570;p70"/>
          <p:cNvPicPr preferRelativeResize="0"/>
          <p:nvPr/>
        </p:nvPicPr>
        <p:blipFill rotWithShape="1">
          <a:blip r:embed="rId4">
            <a:alphaModFix/>
          </a:blip>
          <a:srcRect t="5926"/>
          <a:stretch/>
        </p:blipFill>
        <p:spPr>
          <a:xfrm>
            <a:off x="3422506" y="465139"/>
            <a:ext cx="2458749" cy="4366634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71" name="Google Shape;571;p70" descr="https://static.thenounproject.com/png/1410611-2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3445605" y="2568539"/>
            <a:ext cx="117838" cy="15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0" descr="C:\Users\hp\Desktop\45.jpeg"/>
          <p:cNvPicPr preferRelativeResize="0"/>
          <p:nvPr/>
        </p:nvPicPr>
        <p:blipFill rotWithShape="1">
          <a:blip r:embed="rId6">
            <a:alphaModFix/>
          </a:blip>
          <a:srcRect t="11615" b="10792"/>
          <a:stretch/>
        </p:blipFill>
        <p:spPr>
          <a:xfrm>
            <a:off x="6372200" y="465138"/>
            <a:ext cx="2250507" cy="436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71" descr="C:\Users\hp\Desktop\46.jpeg"/>
          <p:cNvPicPr preferRelativeResize="0"/>
          <p:nvPr/>
        </p:nvPicPr>
        <p:blipFill rotWithShape="1">
          <a:blip r:embed="rId3">
            <a:alphaModFix/>
          </a:blip>
          <a:srcRect t="5132" b="10861"/>
          <a:stretch/>
        </p:blipFill>
        <p:spPr>
          <a:xfrm>
            <a:off x="3707904" y="411510"/>
            <a:ext cx="2448272" cy="356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71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3689400" y="3841161"/>
            <a:ext cx="2390959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71" descr="C:\Users\hp\Desktop\48.jpeg"/>
          <p:cNvPicPr preferRelativeResize="0"/>
          <p:nvPr/>
        </p:nvPicPr>
        <p:blipFill rotWithShape="1">
          <a:blip r:embed="rId5">
            <a:alphaModFix/>
          </a:blip>
          <a:srcRect t="4749" b="10583"/>
          <a:stretch/>
        </p:blipFill>
        <p:spPr>
          <a:xfrm>
            <a:off x="6660232" y="357504"/>
            <a:ext cx="2250507" cy="339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71" descr="C:\Users\hp\Desktop\meetings.jpeg"/>
          <p:cNvPicPr preferRelativeResize="0"/>
          <p:nvPr/>
        </p:nvPicPr>
        <p:blipFill rotWithShape="1">
          <a:blip r:embed="rId4">
            <a:alphaModFix/>
          </a:blip>
          <a:srcRect t="81144" b="10820"/>
          <a:stretch/>
        </p:blipFill>
        <p:spPr>
          <a:xfrm>
            <a:off x="6660232" y="3751074"/>
            <a:ext cx="2257775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71" descr="C:\Users\hp\Desktop\49.jpeg"/>
          <p:cNvPicPr preferRelativeResize="0"/>
          <p:nvPr/>
        </p:nvPicPr>
        <p:blipFill rotWithShape="1">
          <a:blip r:embed="rId6">
            <a:alphaModFix/>
          </a:blip>
          <a:srcRect t="11385" b="24862"/>
          <a:stretch/>
        </p:blipFill>
        <p:spPr>
          <a:xfrm>
            <a:off x="683568" y="465516"/>
            <a:ext cx="2469235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71" descr="C:\Users\hp\Desktop\50.jpeg"/>
          <p:cNvPicPr preferRelativeResize="0"/>
          <p:nvPr/>
        </p:nvPicPr>
        <p:blipFill rotWithShape="1">
          <a:blip r:embed="rId7">
            <a:alphaModFix/>
          </a:blip>
          <a:srcRect t="39245" b="11114"/>
          <a:stretch/>
        </p:blipFill>
        <p:spPr>
          <a:xfrm>
            <a:off x="683567" y="2865538"/>
            <a:ext cx="2469235" cy="1327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